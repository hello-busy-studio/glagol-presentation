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8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9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0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23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24.xml" ContentType="application/vnd.openxmlformats-officedocument.presentationml.notesSlide+xml"/>
  <Override PartName="/ppt/comments/comment7.xml" ContentType="application/vnd.openxmlformats-officedocument.presentationml.comment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omments/comment8.xml" ContentType="application/vnd.openxmlformats-officedocument.presentationml.comment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comment9.xml" ContentType="application/vnd.openxmlformats-officedocument.presentationml.comments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comments/comment10.xml" ContentType="application/vnd.openxmlformats-officedocument.presentationml.comments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omments/comment11.xml" ContentType="application/vnd.openxmlformats-officedocument.presentationml.comments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omments/comment12.xml" ContentType="application/vnd.openxmlformats-officedocument.presentationml.comments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comments/comment13.xml" ContentType="application/vnd.openxmlformats-officedocument.presentationml.comments+xml"/>
  <Override PartName="/ppt/notesSlides/notesSlide61.xml" ContentType="application/vnd.openxmlformats-officedocument.presentationml.notesSlide+xml"/>
  <Override PartName="/ppt/comments/comment14.xml" ContentType="application/vnd.openxmlformats-officedocument.presentationml.comments+xml"/>
  <Override PartName="/ppt/notesSlides/notesSlide62.xml" ContentType="application/vnd.openxmlformats-officedocument.presentationml.notesSlide+xml"/>
  <Override PartName="/ppt/comments/comment15.xml" ContentType="application/vnd.openxmlformats-officedocument.presentationml.comments+xml"/>
  <Override PartName="/ppt/notesSlides/notesSlide63.xml" ContentType="application/vnd.openxmlformats-officedocument.presentationml.notesSlide+xml"/>
  <Override PartName="/ppt/comments/comment16.xml" ContentType="application/vnd.openxmlformats-officedocument.presentationml.comments+xml"/>
  <Override PartName="/ppt/notesSlides/notesSlide64.xml" ContentType="application/vnd.openxmlformats-officedocument.presentationml.notesSlide+xml"/>
  <Override PartName="/ppt/comments/comment17.xml" ContentType="application/vnd.openxmlformats-officedocument.presentationml.comments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comments/comment18.xml" ContentType="application/vnd.openxmlformats-officedocument.presentationml.comments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comments/comment19.xml" ContentType="application/vnd.openxmlformats-officedocument.presentationml.comments+xml"/>
  <Override PartName="/ppt/notesSlides/notesSlide76.xml" ContentType="application/vnd.openxmlformats-officedocument.presentationml.notesSlide+xml"/>
  <Override PartName="/ppt/comments/comment20.xml" ContentType="application/vnd.openxmlformats-officedocument.presentationml.comments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comments/comment21.xml" ContentType="application/vnd.openxmlformats-officedocument.presentationml.comments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comments/comment22.xml" ContentType="application/vnd.openxmlformats-officedocument.presentationml.comments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comments/comment23.xml" ContentType="application/vnd.openxmlformats-officedocument.presentationml.comments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comments/comment24.xml" ContentType="application/vnd.openxmlformats-officedocument.presentationml.comments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comments/comment25.xml" ContentType="application/vnd.openxmlformats-officedocument.presentationml.comments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comments/comment26.xml" ContentType="application/vnd.openxmlformats-officedocument.presentationml.comments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59" r:id="rId1"/>
  </p:sldMasterIdLst>
  <p:notesMasterIdLst>
    <p:notesMasterId r:id="rId10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349" r:id="rId44"/>
    <p:sldId id="350" r:id="rId45"/>
    <p:sldId id="351" r:id="rId46"/>
    <p:sldId id="352" r:id="rId47"/>
    <p:sldId id="353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30" r:id="rId79"/>
    <p:sldId id="331" r:id="rId80"/>
    <p:sldId id="354" r:id="rId81"/>
    <p:sldId id="332" r:id="rId82"/>
    <p:sldId id="333" r:id="rId83"/>
    <p:sldId id="334" r:id="rId84"/>
    <p:sldId id="335" r:id="rId85"/>
    <p:sldId id="336" r:id="rId86"/>
    <p:sldId id="355" r:id="rId87"/>
    <p:sldId id="356" r:id="rId88"/>
    <p:sldId id="357" r:id="rId89"/>
    <p:sldId id="337" r:id="rId90"/>
    <p:sldId id="338" r:id="rId91"/>
    <p:sldId id="339" r:id="rId92"/>
    <p:sldId id="340" r:id="rId93"/>
    <p:sldId id="341" r:id="rId94"/>
    <p:sldId id="342" r:id="rId95"/>
    <p:sldId id="343" r:id="rId96"/>
    <p:sldId id="344" r:id="rId97"/>
    <p:sldId id="345" r:id="rId98"/>
    <p:sldId id="346" r:id="rId99"/>
    <p:sldId id="347" r:id="rId100"/>
    <p:sldId id="348" r:id="rId101"/>
  </p:sldIdLst>
  <p:sldSz cx="9144000" cy="5143500" type="screen16x9"/>
  <p:notesSz cx="6858000" cy="9144000"/>
  <p:embeddedFontLst>
    <p:embeddedFont>
      <p:font typeface="Wix Madefor Display"/>
      <p:regular r:id="rId214"/>
      <p:bold r:id="rId215"/>
    </p:embeddedFont>
    <p:embeddedFont>
      <p:font typeface="Wix Madefor Display Medium"/>
      <p:regular r:id="rId216"/>
    </p:embeddedFont>
    <p:embeddedFont>
      <p:font typeface="Wix Madefor Display SemiBold"/>
      <p:regular r:id="rId217"/>
    </p:embeddedFont>
    <p:embeddedFont>
      <p:font typeface="Wix Madefor Display ExtraBold"/>
      <p:regular r:id="rId2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458">
          <p15:clr>
            <a:srgbClr val="747775"/>
          </p15:clr>
        </p15:guide>
        <p15:guide id="2" orient="horz" pos="283">
          <p15:clr>
            <a:srgbClr val="747775"/>
          </p15:clr>
        </p15:guide>
        <p15:guide id="3" orient="horz" pos="2938">
          <p15:clr>
            <a:srgbClr val="747775"/>
          </p15:clr>
        </p15:guide>
        <p15:guide id="4" pos="302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Женя Якимова" initials="" lastIdx="3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69"/>
  </p:normalViewPr>
  <p:slideViewPr>
    <p:cSldViewPr snapToGrid="0">
      <p:cViewPr>
        <p:scale>
          <a:sx n="145" d="100"/>
          <a:sy n="145" d="100"/>
        </p:scale>
        <p:origin x="608" y="192"/>
      </p:cViewPr>
      <p:guideLst>
        <p:guide pos="5458"/>
        <p:guide orient="horz" pos="283"/>
        <p:guide orient="horz" pos="2938"/>
        <p:guide pos="3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commentAuthors" Target="comment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Relationship Id="rId214" Type="http://schemas.openxmlformats.org/officeDocument/2006/relationships/font" Target="fonts/font1.fntdata"/><Relationship Id="rId215" Type="http://schemas.openxmlformats.org/officeDocument/2006/relationships/font" Target="fonts/font2.fntdata"/><Relationship Id="rId216" Type="http://schemas.openxmlformats.org/officeDocument/2006/relationships/font" Target="fonts/font3.fntdata"/><Relationship Id="rId217" Type="http://schemas.openxmlformats.org/officeDocument/2006/relationships/font" Target="fonts/font4.fntdata"/><Relationship Id="rId218" Type="http://schemas.openxmlformats.org/officeDocument/2006/relationships/font" Target="fonts/font5.fntdata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5:43:27.709" idx="1">
    <p:pos x="6000" y="0"/>
    <p:text>Вы можете использовать различные цветовые сочетания, не только белый и черный. Я приведу пример сочетаний на титульном слайде.</p:text>
  </p:cm>
  <p:cm authorId="0" dt="2024-03-04T15:59:26.484" idx="3">
    <p:pos x="5093" y="2791"/>
    <p:text>Стрелки находятся в слайде для визуального равновесия и чтобы дать понять тому, кто будет сомтреть слайды самостоятельно (вдруг), что есть возможность листать вперед и назад. Если они вам не нужны, их можно удалять</p:text>
  </p:cm>
  <p:cm authorId="0" dt="2024-03-05T12:02:30.749" idx="2">
    <p:pos x="301" y="2829"/>
    <p:text>На титульном слайде логотип лучше оставлять, на последующих — на ваше усмотрение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01:54.476" idx="4">
    <p:pos x="301" y="1264"/>
    <p:text>Соблюдайте расстояние между заголовком и текстом — оно не должно быть слишком большим или слишком маленьким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5:37:53.941" idx="5">
    <p:pos x="6000" y="0"/>
    <p:text>Вы можете использовать различные цветовые сочетания, не только белый и черный. Я приведу пример сочетаний на титульном слайде.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5:43:31.260" idx="6">
    <p:pos x="6000" y="0"/>
    <p:text>Вы можете использовать различные цветовые сочетания, не только белый и черный. Я приведу пример сочетаний на титульном слайде.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5:47:35.542" idx="8">
    <p:pos x="4707" y="1241"/>
    <p:text>Слайд отсылает к дизайну главной страницы сайта, хорошо подойдет для презентации курса. Вы можете менять героев</p:text>
  </p:cm>
  <p:cm authorId="0" dt="2024-03-04T16:00:20.010" idx="7">
    <p:pos x="2482" y="301"/>
    <p:text>Если вы используете это слайд не как главный, то логотип лучше удалить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6:01:03.130" idx="9">
    <p:pos x="2482" y="301"/>
    <p:text>Если вы используете это слайд не как главный, то логотип лучше удалить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6:01:13.012" idx="10">
    <p:pos x="2482" y="301"/>
    <p:text>Если вы используете это слайд не как главный, то логотип лучше удалить</p:text>
  </p:cm>
</p:cmLst>
</file>

<file path=ppt/comments/comment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20:16.386" idx="11">
    <p:pos x="301" y="1200"/>
    <p:text>Цвета блоков показывают понарастающее перечисление. Если вам не подходит такая визуализация, вы можете перекрашивать цвета согласно фирменным цветам или выбрать любой другой слайд из шаблона, который подойдет под вашу задачу.</p:text>
  </p:cm>
</p:cmLst>
</file>

<file path=ppt/comments/comment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5:26:22.584" idx="13">
    <p:pos x="6000" y="0"/>
    <p:text>Фото с сайта или любая другая с фотосессии для сайта; 
любая ваша любимая фотография в хорошем качестве. 
Информация с сайта, либо на ваше усмотрение. 
QR-kode телеграма или любой другой информации  (если требуется).  
Читать, как сделать qr телеграма: 
https://vc.ru/u/1350538-posmotrinaverh/548178-kak-sozdat-qr-kod-kanala-v-telegram-s-iphone
Создать qr ссылки: http://qrcoder.ru</p:text>
  </p:cm>
</p:cmLst>
</file>

<file path=ppt/comments/comment1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5:40:44.922" idx="15">
    <p:pos x="2884" y="250"/>
    <p:text>Мокапы телефонов есть разнообразные: от всех видов айфона до всех видов андроида — выбирайте на ваш вкус. Скачиваем в PNG  и в слайде накладываем PNG сверху скрина.
https://www.figma.com/file/HlnL5IOCGmThJ8DvJw2jOy/%D0%9F%D1%80%D0%B5%D0%B7%D0%B5%D0%BD%D1%82%D0%B0%D1%86%D0%B8%D0%B8-%7C-%D0%91%D0%B5%D0%BB%D1%8B%D0%B5-%D1%81%D0%BB%D0%B0%D0%B9%D0%B4%D1%8B?type=design&amp;node-id=28-1444&amp;mode=design</p:text>
  </p:cm>
  <p:cm authorId="0" dt="2024-03-05T11:47:07.812" idx="14">
    <p:pos x="301" y="1321"/>
    <p:text>QR-kode телеграма или любой другой информации  (если требуется).  
Читать, как сделать qr телеграма: 
https://vc.ru/u/1350538-posmotrinaverh/548178-kak-sozdat-qr-kod-kanala-v-telegram-s-iphone
Создать qr ссылки: http://qrcoder.ru</p:text>
  </p:cm>
</p:cmLst>
</file>

<file path=ppt/comments/comment1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44:10.544" idx="16">
    <p:pos x="3209" y="0"/>
    <p:text>Пространство под изображение, соответствующее тематике презентации.</p:text>
  </p:cm>
</p:cmLst>
</file>

<file path=ppt/comments/comment1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22:00.720" idx="17">
    <p:pos x="1361" y="989"/>
    <p:text>При необходимости, можно выделять ключевые слова акцентным цветом. Это может относится ко всем подобным загаловкам в шаблоне.</p:text>
  </p:cm>
</p:cmLst>
</file>

<file path=ppt/comments/comment1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51:37.360" idx="18">
    <p:pos x="1361" y="784"/>
    <p:text>Важная мысль с эмодзи (можно использовать любой другой подходящий по смыслу. 
Если у вас мак, достаточно просто выбрать эмодзи  в раскладке. Если не мак, то можно выбрать любое другое изображение, подходящей по смыслу, или воспользоваться коллекцией эмодзи тут: https://www.figma.com/file/ulcJ3HrXy5ZSeyOkJ4FIUB/Emoji-Mega-Pack-(3%2C900-iOS-Apple-Emojis)-(Community)?type=design&amp;node-id=47%3A545&amp;mode=design&amp;t=uoYQeRmnrknr8KDT-1</p:text>
  </p:cm>
</p:cmLst>
</file>

<file path=ppt/comments/comment1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50:04.248" idx="19">
    <p:pos x="220" y="541"/>
    <p:text>При необходимости, можно выделять ключевые слова акцентным цветом</p:text>
  </p:cm>
</p:cmLst>
</file>

<file path=ppt/comments/comment1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51:37.360" idx="20">
    <p:pos x="1361" y="784"/>
    <p:text>Важная мысль с эмодзи (можно использовать любой другой подходящий по смыслу. 
Если у вас мак, достаточно просто выбрать эмодзи  в раскладке. Если не мак, то можно выбрать любое другое изображение, подходящей по смыслу, или воспользоваться коллекцией эмодзи тут: https://www.figma.com/file/ulcJ3HrXy5ZSeyOkJ4FIUB/Emoji-Mega-Pack-(3%2C900-iOS-Apple-Emojis)-(Community)?type=design&amp;node-id=47%3A545&amp;mode=design&amp;t=uoYQeRmnrknr8KDT-1</p:text>
  </p:cm>
</p:cmLst>
</file>

<file path=ppt/comments/comment1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52:20.069" idx="21">
    <p:pos x="100" y="83"/>
    <p:text>Важная мысль с ярким акцентным фоном. Цвет фона может быть любой из фирменных цветов.</p:text>
  </p:cm>
</p:cmLst>
</file>

<file path=ppt/comments/comment1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5:58:14.761" idx="22">
    <p:pos x="100" y="83"/>
    <p:text>Также фоном может служить изображение, но следите за контрастом фонового изображения и цвета текста — они не должны сливаться или быть нечитаемыми. При необходимости уменьшите яркость изображения или наложите темный прямоугольник (цвет #1A1A1A)  с прозрачностью 20% или больше — это затемнит изображение.</p:text>
  </p:cm>
</p:cmLst>
</file>

<file path=ppt/comments/comment1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6:08:25.147" idx="23">
    <p:pos x="6000" y="0"/>
    <p:text>Цвет фона может быть любой из фирменного стиля или остаться минималистично белым.</p:text>
  </p:cm>
</p:cmLst>
</file>

<file path=ppt/comments/comment1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6:12:08.383" idx="24">
    <p:pos x="100" y="83"/>
    <p:text>Цвет фона может быть любой из фирменного стиля. Также фоном может служить изображение, но следите за контрастом фонового изображения и цвета текста — они не должны сливаться или быть нечитаемыми. При необходимости уменьшите яркость изображения или наложите темный прямоугольник (цвет #1A1A1A)  с прозрачностью 20% или больше — это затемнит изображение.</p:text>
  </p:cm>
</p:cmLst>
</file>

<file path=ppt/comments/comment2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6:14:29.749" idx="25">
    <p:pos x="100" y="83"/>
    <p:text>Цвет фона может быть любой из фирменного стиля. Также фоном может служить изображение, но следите за контрастом фонового изображения и цвета текста — они не должны сливаться или быть нечитаемыми. При необходимости уменьшите яркость изображения или наложите темный прямоугольник (цвет #1A1A1A)  с прозрачностью 20% или больше — это затемнит изображение.</p:text>
  </p:cm>
</p:cmLst>
</file>

<file path=ppt/comments/comment2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00:26.186" idx="26">
    <p:pos x="3316" y="810"/>
    <p:text>Соблюдайте расстояние между пунктами, если текста больше или меньше</p:text>
  </p:cm>
</p:cmLst>
</file>

<file path=ppt/comments/comment2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26:29" idx="27">
    <p:pos x="301" y="1546"/>
    <p:text>Тут так же, соблюдайте расстояния, если меняется количество набранного текста</p:text>
  </p:cm>
</p:cmLst>
</file>

<file path=ppt/comments/comment2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28:50.804" idx="28">
    <p:pos x="301" y="635"/>
    <p:text>Цвета блоков показывают понарастающее перечисление. Если вам не подходит такая визуализация, вы можете перекрашивать цвета согласно фирменным цветам или выбрать любой другой слайд из шаблона, который подойдет под вашу задачу.</p:text>
  </p:cm>
</p:cmLst>
</file>

<file path=ppt/comments/comment2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30:43.306" idx="29">
    <p:pos x="338" y="1953"/>
    <p:text>Белый бабл с текстом — описание мероприятия/события. Подзаголовок при необходимости.</p:text>
  </p:cm>
  <p:cm authorId="0" dt="2024-03-05T12:31:19.958" idx="30">
    <p:pos x="338" y="1643"/>
    <p:text>Цветной бабл с заголовком — название мероприятия/события. Можете убирать такой бабл, если он не нужен.</p:text>
  </p:cm>
</p:cmLst>
</file>

<file path=ppt/comments/comment2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2-18T14:08:58.623" idx="31">
    <p:pos x="2965" y="358"/>
    <p:text>Мокапы мониторов и ноутбуков можно посомтреть и скачать в фигме. Там же вы найдете мокапы всевозможных телефонов и планшетов.
https://www.figma.com/file/HlnL5IOCGmThJ8DvJw2jOy/%D0%9F%D1%80%D0%B5%D0%B7%D0%B5%D0%BD%D1%82%D0%B0%D1%86%D0%B8%D0%B8-%7C-%D0%91%D0%B5%D0%BB%D1%8B%D0%B5-%D1%81%D0%BB%D0%B0%D0%B9%D0%B4%D1%8B?type=design&amp;node-id=28%3A1360&amp;mode=design&amp;t=JIEp6J12dxRgrJvI-1</p:text>
  </p:cm>
</p:cmLst>
</file>

<file path=ppt/comments/comment2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2-18T14:09:57.450" idx="32">
    <p:pos x="405" y="1685"/>
    <p:text>QR можно сделать по ссылке в разном дизайне, но лучше придерживаться фирменных цветов.
https://www.qrcode-monkey.com/ru/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e75287789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e75287789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e75287789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e75287789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75287789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75287789f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e75287789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e75287789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e75287789f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2e75287789f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e75287789f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e75287789f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e75287789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e75287789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e75287789f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e75287789f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e75287789f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e75287789f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e75287789f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2e75287789f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e75287789f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e75287789f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e75287789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e75287789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75287789f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e75287789f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e75287789f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e75287789f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6ab8a232aa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6ab8a232aa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1ec1ee4ae5a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1ec1ee4ae5a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6ab8a232aa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26ab8a232aa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6ab8a232a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6ab8a232aa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6ab8a232aa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6ab8a232aa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6ab8a232a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6ab8a232a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1ec1ee4ae5a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1ec1ee4ae5a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1ec1ee4ae5a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1ec1ee4ae5a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1ec1ee4ae5a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1ec1ee4ae5a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e75287789f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2e75287789f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e75287789f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2e75287789f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e75287789f_0_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2e75287789f_0_3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2e75287789f_0_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2e75287789f_0_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e75287789f_0_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e75287789f_0_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e75287789f_0_3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e75287789f_0_3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2e75287789f_0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2e75287789f_0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2e75287789f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2e75287789f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e75287789f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2e75287789f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e75287789f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e75287789f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2e75287789f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2e75287789f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e75287789f_0_4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2e75287789f_0_4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e75287789f_0_4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2e75287789f_0_4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e75287789f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e75287789f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2e75287789f_0_4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4" name="Google Shape;474;g2e75287789f_0_4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2e75287789f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2e75287789f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1ec1ee4ae5a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1ec1ee4ae5a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2126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8698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99523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770761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3747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1ec1ee4ae5a_0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1ec1ee4ae5a_0_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1ec1ee4ae5a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1ec1ee4ae5a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1ec1ee4ae5a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4" name="Google Shape;564;g1ec1ee4ae5a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1ec1ee4ae5a_0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1ec1ee4ae5a_0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1ec1ee4ae5a_0_3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1ec1ee4ae5a_0_3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1ec1ee4ae5a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1ec1ee4ae5a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1ec1ee4ae5a_0_3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1ec1ee4ae5a_0_3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26ab8a232aa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26ab8a232aa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6ab8a232aa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26ab8a232aa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26ab8a232aa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26ab8a232aa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6ab8a232aa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26ab8a232aa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1ec1ee4ae5a_0_4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1ec1ee4ae5a_0_4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1ec1ee4ae5a_0_4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1ec1ee4ae5a_0_4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ab8a232aa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ab8a232aa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26ab8a232aa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g26ab8a232aa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26ab8a232aa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26ab8a232aa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1ec1ee4ae5a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6" name="Google Shape;696;g1ec1ee4ae5a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1ec1ee4ae5a_0_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1ec1ee4ae5a_0_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1ec1ee4ae5a_0_5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1ec1ee4ae5a_0_5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1ec1ee4ae5a_0_5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4" name="Google Shape;724;g1ec1ee4ae5a_0_5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1ec1ee4ae5a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3" name="Google Shape;733;g1ec1ee4ae5a_0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ec1ee4ae5a_0_5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ec1ee4ae5a_0_5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1ec1ee4ae5a_0_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1ec1ee4ae5a_0_5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6ab8a232aa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6ab8a232aa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1ec1ee4ae5a_0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1ec1ee4ae5a_0_5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1ec1ee4ae5a_0_5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1ec1ee4ae5a_0_5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1ec1ee4ae5a_0_5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1ec1ee4ae5a_0_5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1ec1ee4ae5a_0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1ec1ee4ae5a_0_6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1ec1ee4ae5a_0_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1ec1ee4ae5a_0_6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1ec1ee4ae5a_0_6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5" name="Google Shape;825;g1ec1ee4ae5a_0_6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1ed6e1403a0_2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1ed6e1403a0_2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26ab8a232aa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26ab8a232aa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1ed6e1403a0_2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1ed6e1403a0_2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4753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1ed6e1403a0_2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1ed6e1403a0_2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1ed6e1403a0_2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2" name="Google Shape;922;g1ed6e1403a0_2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g26ab8a232aa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2" name="Google Shape;942;g26ab8a232aa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g2b0a9c8f70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7" name="Google Shape;967;g2b0a9c8f70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1ed6e1403a0_2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1ed6e1403a0_2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1ed6e1403a0_2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1ed6e1403a0_2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099145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1ed6e1403a0_2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1ed6e1403a0_2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842407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1ed6e1403a0_2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1ed6e1403a0_2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04784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1ed6e1403a0_2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1ed6e1403a0_2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g1ed6e1403a0_2_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8" name="Google Shape;1028;g1ed6e1403a0_2_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1ed6e1403a0_2_3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7" name="Google Shape;1057;g1ed6e1403a0_2_3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g1ed6e1403a0_2_4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9" name="Google Shape;1079;g1ed6e1403a0_2_4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1ed6e1403a0_2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7" name="Google Shape;1087;g1ed6e1403a0_2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g1ed6e1403a0_2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7" name="Google Shape;1097;g1ed6e1403a0_2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ed6e1403a0_2_4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ed6e1403a0_2_4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g1ed6e1403a0_2_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9" name="Google Shape;1119;g1ed6e1403a0_2_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g2d1fada52d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7" name="Google Shape;1127;g2d1fada52d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2d1fada52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2d1fada52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g1ed6e1403a0_2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1" name="Google Shape;1181;g1ed6e1403a0_2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g26ab8a232aa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2" name="Google Shape;1192;g26ab8a232aa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>
            <a:spLocks noGrp="1"/>
          </p:cNvSpPr>
          <p:nvPr>
            <p:ph type="title"/>
          </p:nvPr>
        </p:nvSpPr>
        <p:spPr>
          <a:xfrm>
            <a:off x="365900" y="677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body" idx="1"/>
          </p:nvPr>
        </p:nvSpPr>
        <p:spPr>
          <a:xfrm>
            <a:off x="-222625" y="12144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365900" y="677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65900" y="677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proto/3mvqdtb34UzMKxtVqexy4Q/Brand-Guidelines-buro-Glagol?page-id=0%3A1&amp;type=design&amp;node-id=9-14&amp;viewport=497%2C396%2C0.02&amp;t=uMZrFYGQxHvpWJN4-1&amp;scaling=contain&amp;mode=desig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tYagwomAixQ7uAvnJQEcCNzMG-UwNbaO/view?usp=sharing" TargetMode="Externa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rive.google.com/file/d/1C5KRGuM6yLZXpULrVBKFTfk9I7lGpk71/view?usp=sharing" TargetMode="External"/><Relationship Id="rId5" Type="http://schemas.openxmlformats.org/officeDocument/2006/relationships/hyperlink" Target="https://drive.google.com/file/d/1tVWlGaL80s-A8pnMdY4J8DcNGEh3PIkr/view?usp=sharing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hyperlink" Target="https://drive.google.com/file/d/1wqNx-bVsN5wHM3wkfBzpPFn1ePYUy7Bu/view?usp=sharing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drive.google.com/drive/folders/1qOrS-fYZRcav7vjeGA-DQAYn-oxFi3yF?usp=share_link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drive.google.com/drive/folders/1vGyMYwUoe0Y66EYhzgpCMA9JPcwcsC-x?usp=share_link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hyperlink" Target="https://drive.google.com/drive/folders/14NVF-h0nw2IX38CYB6vbheRYYSHQ1Qmq?usp=share_link" TargetMode="External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2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comments" Target="../comments/comment5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2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comments" Target="../comments/commen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7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9.xml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0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" TargetMode="External"/><Relationship Id="rId7" Type="http://schemas.openxmlformats.org/officeDocument/2006/relationships/comments" Target="../comments/comment11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1.png"/><Relationship Id="rId4" Type="http://schemas.openxmlformats.org/officeDocument/2006/relationships/hyperlink" Target="https://www.freepik.com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7.xml"/><Relationship Id="rId4" Type="http://schemas.openxmlformats.org/officeDocument/2006/relationships/image" Target="../media/image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8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9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23.xml"/><Relationship Id="rId4" Type="http://schemas.openxmlformats.org/officeDocument/2006/relationships/image" Target="../media/image4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25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26.xml"/><Relationship Id="rId5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0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/>
        </p:nvSpPr>
        <p:spPr>
          <a:xfrm>
            <a:off x="356075" y="438475"/>
            <a:ext cx="4821000" cy="5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Презентации</a:t>
            </a:r>
            <a:endParaRPr sz="4800" dirty="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1" name="Google Shape;51;p13"/>
          <p:cNvSpPr txBox="1"/>
          <p:nvPr/>
        </p:nvSpPr>
        <p:spPr>
          <a:xfrm>
            <a:off x="402775" y="1172550"/>
            <a:ext cx="5516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D9D9D9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Шаблон и руководство по использованию презентации. При необходимости кастомизируйте слайды с соблюдением фирменного стиля. Посмотреть все руководство можно</a:t>
            </a: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</a:t>
            </a:r>
            <a:r>
              <a:rPr lang="ru" sz="1000" u="sng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 ссылке.</a:t>
            </a: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2" name="Google Shape;52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Логотип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402775" y="1182575"/>
            <a:ext cx="450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этом блоке вы найдете всю необходимую информацию </a:t>
            </a:r>
            <a:b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 его использовании, доступных цветовых вариантах, </a:t>
            </a:r>
            <a:b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а также ссылки для удобного скачивания</a:t>
            </a:r>
            <a:endParaRPr sz="1000">
              <a:solidFill>
                <a:srgbClr val="CCCCCC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9" name="Google Shape;59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  /   базовая версия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/>
          <p:nvPr/>
        </p:nvSpPr>
        <p:spPr>
          <a:xfrm>
            <a:off x="402775" y="765150"/>
            <a:ext cx="4508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Во всех коммуникациях используем базовую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версию логотипа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6312" y="2185287"/>
            <a:ext cx="5631373" cy="772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" name="Google Shape;69;p15"/>
          <p:cNvCxnSpPr/>
          <p:nvPr/>
        </p:nvCxnSpPr>
        <p:spPr>
          <a:xfrm>
            <a:off x="1630525" y="3098025"/>
            <a:ext cx="443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70;p15"/>
          <p:cNvCxnSpPr/>
          <p:nvPr/>
        </p:nvCxnSpPr>
        <p:spPr>
          <a:xfrm>
            <a:off x="2256650" y="3098025"/>
            <a:ext cx="52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" name="Google Shape;71;p15"/>
          <p:cNvSpPr txBox="1"/>
          <p:nvPr/>
        </p:nvSpPr>
        <p:spPr>
          <a:xfrm>
            <a:off x="1411225" y="3098025"/>
            <a:ext cx="88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знак</a:t>
            </a:r>
            <a:endParaRPr sz="12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2293225" y="3098025"/>
            <a:ext cx="520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шрифтовое начертание</a:t>
            </a:r>
            <a:endParaRPr sz="12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  /   охранное поле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79" name="Google Shape;7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/>
        </p:nvSpPr>
        <p:spPr>
          <a:xfrm>
            <a:off x="402775" y="765150"/>
            <a:ext cx="43650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Охранное поле логотипа необходимо для предотвращения визуальных конфликтов с окружающими элементами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обеспечения его четкости и узнаваемости.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 рекомендуется его нарушать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1" name="Google Shape;81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6312" y="2185287"/>
            <a:ext cx="5631373" cy="77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37025" y="1782100"/>
            <a:ext cx="6469949" cy="1579275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/>
          <p:cNvSpPr txBox="1"/>
          <p:nvPr/>
        </p:nvSpPr>
        <p:spPr>
          <a:xfrm>
            <a:off x="1264375" y="3484875"/>
            <a:ext cx="3854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Ориентир — ширина охранного поля не должна быть меньше ширины знака</a:t>
            </a:r>
            <a:endParaRPr sz="12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  /   монохромный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7"/>
          <p:cNvSpPr txBox="1"/>
          <p:nvPr/>
        </p:nvSpPr>
        <p:spPr>
          <a:xfrm>
            <a:off x="402775" y="765150"/>
            <a:ext cx="43650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Монохромный логотип используется для ситуаций, где цветовая информация недоступна или ограничена, таких как печать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монохромных документах, выгравированных на поверхности одного цвета или в условиях, где цвет несущественен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" name="Google Shape;91;p1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2" name="Google Shape;92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7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5" name="Google Shape;95;p17"/>
          <p:cNvSpPr/>
          <p:nvPr/>
        </p:nvSpPr>
        <p:spPr>
          <a:xfrm>
            <a:off x="4920550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96" name="Google Shape;96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24650" y="2366350"/>
            <a:ext cx="3164700" cy="41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7"/>
          <p:cNvPicPr preferRelativeResize="0"/>
          <p:nvPr/>
        </p:nvPicPr>
        <p:blipFill rotWithShape="1">
          <a:blip r:embed="rId8">
            <a:alphaModFix/>
          </a:blip>
          <a:srcRect t="2714" b="2714"/>
          <a:stretch/>
        </p:blipFill>
        <p:spPr>
          <a:xfrm>
            <a:off x="5150450" y="2366350"/>
            <a:ext cx="3164702" cy="41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8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  /  другой фон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/>
        </p:nvSpPr>
        <p:spPr>
          <a:xfrm>
            <a:off x="402775" y="765150"/>
            <a:ext cx="4365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имеет возможность изменять цвет с черного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белый в зависимости от контрастности фона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для обеспечения лучшей видимости и читаемости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7" name="Google Shape;107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0" name="Google Shape;110;p18"/>
          <p:cNvPicPr preferRelativeResize="0"/>
          <p:nvPr/>
        </p:nvPicPr>
        <p:blipFill rotWithShape="1">
          <a:blip r:embed="rId6">
            <a:alphaModFix/>
          </a:blip>
          <a:srcRect t="2714" b="2714"/>
          <a:stretch/>
        </p:blipFill>
        <p:spPr>
          <a:xfrm>
            <a:off x="924650" y="2366350"/>
            <a:ext cx="3164702" cy="41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8"/>
          <p:cNvPicPr preferRelativeResize="0"/>
          <p:nvPr/>
        </p:nvPicPr>
        <p:blipFill rotWithShape="1">
          <a:blip r:embed="rId6">
            <a:alphaModFix/>
          </a:blip>
          <a:srcRect t="2714" b="2714"/>
          <a:stretch/>
        </p:blipFill>
        <p:spPr>
          <a:xfrm>
            <a:off x="5150450" y="2366350"/>
            <a:ext cx="3164702" cy="41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знак   /   базовая версия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9"/>
          <p:cNvSpPr txBox="1"/>
          <p:nvPr/>
        </p:nvSpPr>
        <p:spPr>
          <a:xfrm>
            <a:off x="402775" y="765150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Фирменный знак — оранжевый фон с белой стрелкой или черный фон с оранжевой стрелкой. Форма может меняться в зависимости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от ситуации. Используем только знак с подложкой при использовании знака отдельно от шрифтового начертания.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9" name="Google Shape;119;p19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20" name="Google Shape;120;p19" title="квадрат:черный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73516" y="2068925"/>
            <a:ext cx="1005649" cy="10056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9" title="квадрат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37287" y="2068924"/>
            <a:ext cx="1005649" cy="1005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9" title="круг:черный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01063" y="2068933"/>
            <a:ext cx="1005649" cy="1005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9" title="круг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064837" y="2068925"/>
            <a:ext cx="1005649" cy="1005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знак   /   монохромный 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29" name="Google Shape;12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0"/>
          <p:cNvSpPr txBox="1"/>
          <p:nvPr/>
        </p:nvSpPr>
        <p:spPr>
          <a:xfrm>
            <a:off x="402775" y="765150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Монохромный знак используется в ситуациях, где цветовая информация недоступна или ограничена, таких как печать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монохромных документах, выгравированных на поверхности одного цвета или в условиях, где цвет несущественен.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31" name="Google Shape;131;p20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32" name="Google Shape;132;p20" title="круг:черный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3425" y="2039438"/>
            <a:ext cx="1064619" cy="1064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0" title="квадрат:черный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5963" y="2039443"/>
            <a:ext cx="1064611" cy="1064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знак   /   дополнительные цвета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39" name="Google Shape;13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1"/>
          <p:cNvSpPr txBox="1"/>
          <p:nvPr/>
        </p:nvSpPr>
        <p:spPr>
          <a:xfrm>
            <a:off x="402775" y="765150"/>
            <a:ext cx="450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Дополнительные цвета в знаке нужны для того, чтобы были отличия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групповых чатах или соцсетях на фоне уже существующего оригинального знака.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41" name="Google Shape;141;p21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42" name="Google Shape;142;p21" title="круг-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15425" y="1686098"/>
            <a:ext cx="1031000" cy="10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1" title="квадрат-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15425" y="2941800"/>
            <a:ext cx="1031000" cy="10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497950" y="1686098"/>
            <a:ext cx="1031000" cy="10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497950" y="2941800"/>
            <a:ext cx="1031000" cy="10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1"/>
          <p:cNvSpPr/>
          <p:nvPr/>
        </p:nvSpPr>
        <p:spPr>
          <a:xfrm>
            <a:off x="5120700" y="2932850"/>
            <a:ext cx="1048800" cy="1049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129600" y="2941800"/>
            <a:ext cx="1031000" cy="10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1"/>
          <p:cNvSpPr/>
          <p:nvPr/>
        </p:nvSpPr>
        <p:spPr>
          <a:xfrm>
            <a:off x="5124000" y="1677200"/>
            <a:ext cx="1048800" cy="1048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9" name="Google Shape;149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132900" y="1686098"/>
            <a:ext cx="1031000" cy="10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Цвета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55" name="Google Shape;155;p22"/>
          <p:cNvSpPr txBox="1"/>
          <p:nvPr/>
        </p:nvSpPr>
        <p:spPr>
          <a:xfrm>
            <a:off x="402775" y="1182575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этом блоке вы найдете полный спектр основных корпоративных цветов, а также дополнительные вспомогательные цвета, информацию о соотношениях цветов, чтобы обеспечить гармонию </a:t>
            </a:r>
            <a:b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согласованность в использовании палитры.</a:t>
            </a:r>
            <a:endParaRPr sz="1000">
              <a:solidFill>
                <a:srgbClr val="CCCCCC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56" name="Google Shape;156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цвет   /   базовые цвета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63" name="Google Shape;16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3"/>
          <p:cNvSpPr txBox="1"/>
          <p:nvPr/>
        </p:nvSpPr>
        <p:spPr>
          <a:xfrm>
            <a:off x="402775" y="765150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большей части материалов мы используем три основных цвета: черный, рыжий и белый.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*Все цвета сохранены в палитре 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65" name="Google Shape;165;p23"/>
          <p:cNvSpPr/>
          <p:nvPr/>
        </p:nvSpPr>
        <p:spPr>
          <a:xfrm>
            <a:off x="478975" y="1748850"/>
            <a:ext cx="2141100" cy="2915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>
            <a:off x="2619841" y="1748850"/>
            <a:ext cx="2141100" cy="29154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>
            <a:off x="4760707" y="1748850"/>
            <a:ext cx="2141100" cy="2915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 txBox="1"/>
          <p:nvPr/>
        </p:nvSpPr>
        <p:spPr>
          <a:xfrm>
            <a:off x="636975" y="18894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BLACK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69" name="Google Shape;169;p23"/>
          <p:cNvSpPr txBox="1"/>
          <p:nvPr/>
        </p:nvSpPr>
        <p:spPr>
          <a:xfrm>
            <a:off x="2784000" y="1889425"/>
            <a:ext cx="1572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LIGHT ORANGE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70" name="Google Shape;170;p23"/>
          <p:cNvSpPr txBox="1"/>
          <p:nvPr/>
        </p:nvSpPr>
        <p:spPr>
          <a:xfrm>
            <a:off x="4911175" y="18894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WHITE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636975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1A1A1A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72" name="Google Shape;172;p23"/>
          <p:cNvSpPr txBox="1"/>
          <p:nvPr/>
        </p:nvSpPr>
        <p:spPr>
          <a:xfrm>
            <a:off x="2784000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FF5C00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73" name="Google Shape;173;p23"/>
          <p:cNvSpPr txBox="1"/>
          <p:nvPr/>
        </p:nvSpPr>
        <p:spPr>
          <a:xfrm>
            <a:off x="4931025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F6F6F6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цвет   /   дополнительные цвета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79" name="Google Shape;17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4"/>
          <p:cNvSpPr txBox="1"/>
          <p:nvPr/>
        </p:nvSpPr>
        <p:spPr>
          <a:xfrm>
            <a:off x="402775" y="765150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Разбавить изображения можно с помощью трех дополнительных цветов: темно-зеленого, светло-зеленого или салатового.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*Все цвета сохранены в палитре 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478975" y="1748850"/>
            <a:ext cx="2141100" cy="2915400"/>
          </a:xfrm>
          <a:prstGeom prst="rect">
            <a:avLst/>
          </a:prstGeom>
          <a:solidFill>
            <a:schemeClr val="accent3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24"/>
          <p:cNvSpPr/>
          <p:nvPr/>
        </p:nvSpPr>
        <p:spPr>
          <a:xfrm>
            <a:off x="2619841" y="1748850"/>
            <a:ext cx="2141100" cy="29154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4"/>
          <p:cNvSpPr/>
          <p:nvPr/>
        </p:nvSpPr>
        <p:spPr>
          <a:xfrm>
            <a:off x="4760707" y="1748850"/>
            <a:ext cx="2141100" cy="2915400"/>
          </a:xfrm>
          <a:prstGeom prst="rect">
            <a:avLst/>
          </a:prstGeom>
          <a:solidFill>
            <a:schemeClr val="accent4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4"/>
          <p:cNvSpPr txBox="1"/>
          <p:nvPr/>
        </p:nvSpPr>
        <p:spPr>
          <a:xfrm>
            <a:off x="636975" y="18894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DARK GREEN</a:t>
            </a:r>
            <a:endParaRPr sz="1000">
              <a:solidFill>
                <a:schemeClr val="accen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2784000" y="1889425"/>
            <a:ext cx="1572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LIGHT GREEN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6" name="Google Shape;186;p24"/>
          <p:cNvSpPr txBox="1"/>
          <p:nvPr/>
        </p:nvSpPr>
        <p:spPr>
          <a:xfrm>
            <a:off x="4911175" y="18894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LIME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7" name="Google Shape;187;p24"/>
          <p:cNvSpPr txBox="1"/>
          <p:nvPr/>
        </p:nvSpPr>
        <p:spPr>
          <a:xfrm>
            <a:off x="636975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004139</a:t>
            </a:r>
            <a:endParaRPr sz="1000">
              <a:solidFill>
                <a:schemeClr val="accen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8" name="Google Shape;188;p24"/>
          <p:cNvSpPr txBox="1"/>
          <p:nvPr/>
        </p:nvSpPr>
        <p:spPr>
          <a:xfrm>
            <a:off x="2784000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C3E5AE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4931025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DBFB6A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цвет  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95" name="Google Shape;19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/>
        </p:nvSpPr>
        <p:spPr>
          <a:xfrm>
            <a:off x="402775" y="765150"/>
            <a:ext cx="4508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Все фирменные цвета доступны в цветовой палитре Google презентации для удобства использования. 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97" name="Google Shape;19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975" y="2447201"/>
            <a:ext cx="3174875" cy="22172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6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шрифт   /   контрастность текста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402775" y="765150"/>
            <a:ext cx="45084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Используем </a:t>
            </a:r>
            <a:b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почти черный </a:t>
            </a:r>
            <a:b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текст</a:t>
            </a:r>
            <a:endParaRPr sz="3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402775" y="2186900"/>
            <a:ext cx="37251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 используем 100% черные и 100% белые цвета —</a:t>
            </a:r>
            <a:b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это может вызвать утомление, недостаток контраста, монохромность и ограничить стилистические возможности.</a:t>
            </a:r>
            <a:endParaRPr sz="10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6"/>
          <p:cNvSpPr txBox="1"/>
          <p:nvPr/>
        </p:nvSpPr>
        <p:spPr>
          <a:xfrm>
            <a:off x="4911175" y="765150"/>
            <a:ext cx="45084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Используем </a:t>
            </a:r>
            <a:b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почти белый </a:t>
            </a:r>
            <a:b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текст</a:t>
            </a:r>
            <a:endParaRPr sz="32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09" name="Google Shape;209;p26"/>
          <p:cNvSpPr txBox="1"/>
          <p:nvPr/>
        </p:nvSpPr>
        <p:spPr>
          <a:xfrm>
            <a:off x="4911175" y="2186900"/>
            <a:ext cx="37251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 используем 100% черные и 100% белые цвета —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это может вызвать утомление, недостаток контраста, монохромность и ограничить стилистические возможности.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2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27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шрифт   /   контрастность текста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17" name="Google Shape;217;p27"/>
          <p:cNvSpPr txBox="1"/>
          <p:nvPr/>
        </p:nvSpPr>
        <p:spPr>
          <a:xfrm>
            <a:off x="402775" y="765150"/>
            <a:ext cx="45084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Белый цвет</a:t>
            </a:r>
            <a:br>
              <a:rPr lang="ru" sz="32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только на ярком фоне</a:t>
            </a:r>
            <a:endParaRPr sz="32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18" name="Google Shape;218;p27"/>
          <p:cNvSpPr txBox="1"/>
          <p:nvPr/>
        </p:nvSpPr>
        <p:spPr>
          <a:xfrm>
            <a:off x="402775" y="2186900"/>
            <a:ext cx="37251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 используем 100% черные и 100% белые цвета —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это может вызвать утомление, недостаток контраста, монохромность и ограничить стилистические возможности.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19" name="Google Shape;21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7"/>
          <p:cNvSpPr txBox="1"/>
          <p:nvPr/>
        </p:nvSpPr>
        <p:spPr>
          <a:xfrm>
            <a:off x="4911175" y="765150"/>
            <a:ext cx="45084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На dark green используем</a:t>
            </a:r>
            <a:b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light green</a:t>
            </a:r>
            <a:endParaRPr sz="32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22" name="Google Shape;222;p27"/>
          <p:cNvSpPr txBox="1"/>
          <p:nvPr/>
        </p:nvSpPr>
        <p:spPr>
          <a:xfrm>
            <a:off x="4911175" y="2186900"/>
            <a:ext cx="37251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темно-зеленом фоне используем либо светло-зеленый (и наоборот), либо фирменный белый. Также можно использовать </a:t>
            </a:r>
            <a:r>
              <a:rPr lang="ru" sz="1000">
                <a:solidFill>
                  <a:schemeClr val="accent4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lime для выделенияважных моментов.</a:t>
            </a:r>
            <a:endParaRPr sz="1000">
              <a:solidFill>
                <a:schemeClr val="accent4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8"/>
          <p:cNvSpPr txBox="1"/>
          <p:nvPr/>
        </p:nvSpPr>
        <p:spPr>
          <a:xfrm>
            <a:off x="356075" y="438475"/>
            <a:ext cx="58464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Главный слайд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28" name="Google Shape;228;p28"/>
          <p:cNvSpPr txBox="1"/>
          <p:nvPr/>
        </p:nvSpPr>
        <p:spPr>
          <a:xfrm>
            <a:off x="402775" y="1159425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D9D9D9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Вступительный слайд в трех вариантах. </a:t>
            </a:r>
            <a:br>
              <a:rPr lang="ru" sz="1000">
                <a:solidFill>
                  <a:srgbClr val="D9D9D9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D9D9D9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Подбирайте варианты, подходящие к вашей теме. </a:t>
            </a:r>
            <a:endParaRPr sz="1000">
              <a:solidFill>
                <a:srgbClr val="D9D9D9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29" name="Google Shape;229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35" name="Google Shape;235;p29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36" name="Google Shape;23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975" y="4491075"/>
            <a:ext cx="1262812" cy="1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0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44" name="Google Shape;244;p30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45" name="Google Shape;24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975" y="4491075"/>
            <a:ext cx="1262812" cy="1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30"/>
          <p:cNvSpPr/>
          <p:nvPr/>
        </p:nvSpPr>
        <p:spPr>
          <a:xfrm>
            <a:off x="478975" y="2006750"/>
            <a:ext cx="37632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1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accen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54" name="Google Shape;254;p31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accen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55" name="Google Shape;25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31"/>
          <p:cNvPicPr preferRelativeResize="0"/>
          <p:nvPr/>
        </p:nvPicPr>
        <p:blipFill rotWithShape="1">
          <a:blip r:embed="rId5">
            <a:alphaModFix/>
          </a:blip>
          <a:srcRect t="1342" b="1352"/>
          <a:stretch/>
        </p:blipFill>
        <p:spPr>
          <a:xfrm>
            <a:off x="478975" y="4491075"/>
            <a:ext cx="1374100" cy="1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2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63" name="Google Shape;263;p32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64" name="Google Shape;26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3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2"/>
          <p:cNvPicPr preferRelativeResize="0"/>
          <p:nvPr/>
        </p:nvPicPr>
        <p:blipFill rotWithShape="1">
          <a:blip r:embed="rId5">
            <a:alphaModFix/>
          </a:blip>
          <a:srcRect t="1342" b="1352"/>
          <a:stretch/>
        </p:blipFill>
        <p:spPr>
          <a:xfrm>
            <a:off x="478975" y="4491075"/>
            <a:ext cx="1374100" cy="1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3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72" name="Google Shape;272;p33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73" name="Google Shape;27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33"/>
          <p:cNvPicPr preferRelativeResize="0"/>
          <p:nvPr/>
        </p:nvPicPr>
        <p:blipFill rotWithShape="1">
          <a:blip r:embed="rId5">
            <a:alphaModFix/>
          </a:blip>
          <a:srcRect t="1342" b="1352"/>
          <a:stretch/>
        </p:blipFill>
        <p:spPr>
          <a:xfrm>
            <a:off x="478975" y="4491075"/>
            <a:ext cx="1374100" cy="1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0" name="Google Shape;280;p34"/>
          <p:cNvGrpSpPr/>
          <p:nvPr/>
        </p:nvGrpSpPr>
        <p:grpSpPr>
          <a:xfrm>
            <a:off x="2161500" y="1301338"/>
            <a:ext cx="4821000" cy="2000925"/>
            <a:chOff x="2161500" y="1301338"/>
            <a:chExt cx="4821000" cy="2000925"/>
          </a:xfrm>
        </p:grpSpPr>
        <p:sp>
          <p:nvSpPr>
            <p:cNvPr id="281" name="Google Shape;281;p34"/>
            <p:cNvSpPr txBox="1"/>
            <p:nvPr/>
          </p:nvSpPr>
          <p:spPr>
            <a:xfrm>
              <a:off x="2161500" y="1301338"/>
              <a:ext cx="4821000" cy="113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Заголовок</a:t>
              </a:r>
              <a:b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в две строки</a:t>
              </a:r>
              <a:endParaRPr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endParaRPr>
            </a:p>
          </p:txBody>
        </p:sp>
        <p:sp>
          <p:nvSpPr>
            <p:cNvPr id="282" name="Google Shape;282;p34"/>
            <p:cNvSpPr txBox="1"/>
            <p:nvPr/>
          </p:nvSpPr>
          <p:spPr>
            <a:xfrm>
              <a:off x="2709450" y="2563363"/>
              <a:ext cx="37251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Описание под заголовком. В описании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становится ясно, о чем будет идти речь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в данной презентации в 3-4 строки.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283" name="Google Shape;283;p34"/>
          <p:cNvGrpSpPr/>
          <p:nvPr/>
        </p:nvGrpSpPr>
        <p:grpSpPr>
          <a:xfrm>
            <a:off x="391600" y="479100"/>
            <a:ext cx="1373100" cy="1568750"/>
            <a:chOff x="421150" y="3033800"/>
            <a:chExt cx="1373100" cy="1568750"/>
          </a:xfrm>
        </p:grpSpPr>
        <p:sp>
          <p:nvSpPr>
            <p:cNvPr id="284" name="Google Shape;284;p34"/>
            <p:cNvSpPr/>
            <p:nvPr/>
          </p:nvSpPr>
          <p:spPr>
            <a:xfrm>
              <a:off x="514475" y="3033800"/>
              <a:ext cx="1186500" cy="15216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4"/>
            <p:cNvSpPr txBox="1"/>
            <p:nvPr/>
          </p:nvSpPr>
          <p:spPr>
            <a:xfrm>
              <a:off x="421150" y="3678150"/>
              <a:ext cx="13731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7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Мария Кравченко</a:t>
              </a:r>
              <a:br>
                <a:rPr lang="ru" sz="10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Руководитель спец проектов</a:t>
              </a:r>
              <a:b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по маркетингу Retail Rocket</a:t>
              </a:r>
              <a:endParaRPr sz="5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286" name="Google Shape;286;p34"/>
            <p:cNvSpPr txBox="1"/>
            <p:nvPr/>
          </p:nvSpPr>
          <p:spPr>
            <a:xfrm>
              <a:off x="454000" y="4048450"/>
              <a:ext cx="13074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С бюро готовим вместе </a:t>
              </a:r>
              <a:b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</a:br>
              <a: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масштабные конференции </a:t>
              </a:r>
              <a:b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</a:br>
              <a: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с 2021 года</a:t>
              </a:r>
              <a:endParaRPr sz="6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pic>
          <p:nvPicPr>
            <p:cNvPr id="287" name="Google Shape;287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34276" y="3189351"/>
              <a:ext cx="546900" cy="5468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8" name="Google Shape;288;p34"/>
          <p:cNvGrpSpPr/>
          <p:nvPr/>
        </p:nvGrpSpPr>
        <p:grpSpPr>
          <a:xfrm>
            <a:off x="4077600" y="3860900"/>
            <a:ext cx="988800" cy="926575"/>
            <a:chOff x="4077600" y="3767000"/>
            <a:chExt cx="988800" cy="926575"/>
          </a:xfrm>
        </p:grpSpPr>
        <p:pic>
          <p:nvPicPr>
            <p:cNvPr id="289" name="Google Shape;289;p3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10950" y="3767000"/>
              <a:ext cx="522100" cy="523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0" name="Google Shape;290;p34"/>
            <p:cNvSpPr txBox="1"/>
            <p:nvPr/>
          </p:nvSpPr>
          <p:spPr>
            <a:xfrm>
              <a:off x="4077600" y="4262475"/>
              <a:ext cx="988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8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Тут может быть</a:t>
              </a:r>
              <a:br>
                <a:rPr lang="ru" sz="8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8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ваша история</a:t>
              </a:r>
              <a:endParaRPr sz="8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291" name="Google Shape;291;p34"/>
          <p:cNvGrpSpPr/>
          <p:nvPr/>
        </p:nvGrpSpPr>
        <p:grpSpPr>
          <a:xfrm>
            <a:off x="1415175" y="3142800"/>
            <a:ext cx="1373100" cy="1521600"/>
            <a:chOff x="421150" y="3129025"/>
            <a:chExt cx="1373100" cy="1521600"/>
          </a:xfrm>
        </p:grpSpPr>
        <p:sp>
          <p:nvSpPr>
            <p:cNvPr id="292" name="Google Shape;292;p34"/>
            <p:cNvSpPr/>
            <p:nvPr/>
          </p:nvSpPr>
          <p:spPr>
            <a:xfrm>
              <a:off x="483950" y="3129025"/>
              <a:ext cx="1247400" cy="1521600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34"/>
            <p:cNvSpPr txBox="1"/>
            <p:nvPr/>
          </p:nvSpPr>
          <p:spPr>
            <a:xfrm>
              <a:off x="421150" y="3678150"/>
              <a:ext cx="13731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7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Максим Спиридонов</a:t>
              </a:r>
              <a:br>
                <a:rPr lang="ru" sz="10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Основатель Нетологии, Фоксфорда, бизнес-клуба Reforma и экосистемы</a:t>
              </a:r>
              <a:b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Wonder Family</a:t>
              </a:r>
              <a:endParaRPr sz="5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294" name="Google Shape;294;p34"/>
            <p:cNvSpPr txBox="1"/>
            <p:nvPr/>
          </p:nvSpPr>
          <p:spPr>
            <a:xfrm>
              <a:off x="453950" y="4093700"/>
              <a:ext cx="13074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600">
                  <a:solidFill>
                    <a:schemeClr val="lt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С бюро подготовилсяк выступлению на TEDx</a:t>
              </a:r>
              <a:endParaRPr sz="6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pic>
          <p:nvPicPr>
            <p:cNvPr id="295" name="Google Shape;295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34276" y="3189351"/>
              <a:ext cx="546900" cy="5468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6" name="Google Shape;296;p34"/>
          <p:cNvGrpSpPr/>
          <p:nvPr/>
        </p:nvGrpSpPr>
        <p:grpSpPr>
          <a:xfrm>
            <a:off x="7379300" y="1970725"/>
            <a:ext cx="1373100" cy="1538550"/>
            <a:chOff x="421150" y="3033800"/>
            <a:chExt cx="1373100" cy="1538550"/>
          </a:xfrm>
        </p:grpSpPr>
        <p:sp>
          <p:nvSpPr>
            <p:cNvPr id="297" name="Google Shape;297;p34"/>
            <p:cNvSpPr/>
            <p:nvPr/>
          </p:nvSpPr>
          <p:spPr>
            <a:xfrm>
              <a:off x="514475" y="3033800"/>
              <a:ext cx="1186500" cy="15216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4"/>
            <p:cNvSpPr txBox="1"/>
            <p:nvPr/>
          </p:nvSpPr>
          <p:spPr>
            <a:xfrm>
              <a:off x="421150" y="3678150"/>
              <a:ext cx="13731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7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Виталия Летницкая</a:t>
              </a:r>
              <a:br>
                <a:rPr lang="ru" sz="10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Генеральный продюсер</a:t>
              </a:r>
              <a:endParaRPr sz="5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РБК Pro</a:t>
              </a:r>
              <a:endParaRPr sz="5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299" name="Google Shape;299;p34"/>
            <p:cNvSpPr txBox="1"/>
            <p:nvPr/>
          </p:nvSpPr>
          <p:spPr>
            <a:xfrm>
              <a:off x="454000" y="4110650"/>
              <a:ext cx="13074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С бюро стала увереннеена планерках</a:t>
              </a:r>
              <a:endParaRPr sz="6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pic>
          <p:nvPicPr>
            <p:cNvPr id="300" name="Google Shape;300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34276" y="3189351"/>
              <a:ext cx="546900" cy="5468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01" name="Google Shape;301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7950" y="3201850"/>
            <a:ext cx="547550" cy="54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82875" y="2118300"/>
            <a:ext cx="565950" cy="56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940600" y="479100"/>
            <a:ext cx="1262812" cy="1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2161500" y="825675"/>
            <a:ext cx="4821000" cy="2044963"/>
            <a:chOff x="2161500" y="1175425"/>
            <a:chExt cx="4821000" cy="2044963"/>
          </a:xfrm>
        </p:grpSpPr>
        <p:sp>
          <p:nvSpPr>
            <p:cNvPr id="310" name="Google Shape;310;p35"/>
            <p:cNvSpPr txBox="1"/>
            <p:nvPr/>
          </p:nvSpPr>
          <p:spPr>
            <a:xfrm>
              <a:off x="2161500" y="1175425"/>
              <a:ext cx="4821000" cy="113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Заголовок</a:t>
              </a:r>
              <a:b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в две строки</a:t>
              </a:r>
              <a:endParaRPr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endParaRPr>
            </a:p>
          </p:txBody>
        </p:sp>
        <p:sp>
          <p:nvSpPr>
            <p:cNvPr id="311" name="Google Shape;311;p35"/>
            <p:cNvSpPr txBox="1"/>
            <p:nvPr/>
          </p:nvSpPr>
          <p:spPr>
            <a:xfrm>
              <a:off x="2709450" y="2481488"/>
              <a:ext cx="37251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Описание под заголовком. В описании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становится ясно, о чем будет идти речь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в данной презентации в 3-4 строки.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1934838" y="3131150"/>
            <a:ext cx="5274313" cy="1568750"/>
            <a:chOff x="1670875" y="3047575"/>
            <a:chExt cx="5274313" cy="1568750"/>
          </a:xfrm>
        </p:grpSpPr>
        <p:grpSp>
          <p:nvGrpSpPr>
            <p:cNvPr id="313" name="Google Shape;313;p35"/>
            <p:cNvGrpSpPr/>
            <p:nvPr/>
          </p:nvGrpSpPr>
          <p:grpSpPr>
            <a:xfrm>
              <a:off x="1670875" y="3047575"/>
              <a:ext cx="1373100" cy="1568750"/>
              <a:chOff x="421150" y="3033800"/>
              <a:chExt cx="1373100" cy="1568750"/>
            </a:xfrm>
          </p:grpSpPr>
          <p:sp>
            <p:nvSpPr>
              <p:cNvPr id="314" name="Google Shape;314;p35"/>
              <p:cNvSpPr/>
              <p:nvPr/>
            </p:nvSpPr>
            <p:spPr>
              <a:xfrm>
                <a:off x="514475" y="3033800"/>
                <a:ext cx="1186500" cy="15216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35"/>
              <p:cNvSpPr txBox="1"/>
              <p:nvPr/>
            </p:nvSpPr>
            <p:spPr>
              <a:xfrm>
                <a:off x="421150" y="3678150"/>
                <a:ext cx="1373100" cy="44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" sz="700">
                    <a:solidFill>
                      <a:schemeClr val="dk1"/>
                    </a:solidFill>
                    <a:latin typeface="Wix Madefor Display SemiBold"/>
                    <a:ea typeface="Wix Madefor Display SemiBold"/>
                    <a:cs typeface="Wix Madefor Display SemiBold"/>
                    <a:sym typeface="Wix Madefor Display SemiBold"/>
                  </a:rPr>
                  <a:t>Мария Кравченко</a:t>
                </a:r>
                <a:br>
                  <a:rPr lang="ru" sz="1000">
                    <a:solidFill>
                      <a:schemeClr val="lt1"/>
                    </a:solidFill>
                    <a:latin typeface="Wix Madefor Display SemiBold"/>
                    <a:ea typeface="Wix Madefor Display SemiBold"/>
                    <a:cs typeface="Wix Madefor Display SemiBold"/>
                    <a:sym typeface="Wix Madefor Display SemiBold"/>
                  </a:rPr>
                </a:br>
                <a:r>
                  <a:rPr lang="ru"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rPr>
                  <a:t>Руководитель спец проектов</a:t>
                </a:r>
                <a:br>
                  <a:rPr lang="ru"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rPr>
                </a:br>
                <a:r>
                  <a:rPr lang="ru"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rPr>
                  <a:t>по маркетингу Retail Rocket</a:t>
                </a:r>
                <a:endParaRPr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endParaRPr>
              </a:p>
            </p:txBody>
          </p:sp>
          <p:sp>
            <p:nvSpPr>
              <p:cNvPr id="316" name="Google Shape;316;p35"/>
              <p:cNvSpPr txBox="1"/>
              <p:nvPr/>
            </p:nvSpPr>
            <p:spPr>
              <a:xfrm>
                <a:off x="454000" y="4048450"/>
                <a:ext cx="1307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  <a:t>С бюро готовим вместе </a:t>
                </a:r>
                <a:b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</a:br>
                <a: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  <a:t>масштабные конференции </a:t>
                </a:r>
                <a:b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</a:br>
                <a: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  <a:t>с 2021 года</a:t>
                </a:r>
                <a:endParaRPr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00">
                  <a:solidFill>
                    <a:schemeClr val="lt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endParaRPr>
              </a:p>
            </p:txBody>
          </p:sp>
          <p:pic>
            <p:nvPicPr>
              <p:cNvPr id="317" name="Google Shape;317;p35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34276" y="3189351"/>
                <a:ext cx="546900" cy="5468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18" name="Google Shape;318;p35"/>
            <p:cNvGrpSpPr/>
            <p:nvPr/>
          </p:nvGrpSpPr>
          <p:grpSpPr>
            <a:xfrm>
              <a:off x="2997400" y="3047575"/>
              <a:ext cx="1373100" cy="1521600"/>
              <a:chOff x="1415175" y="3039700"/>
              <a:chExt cx="1373100" cy="1521600"/>
            </a:xfrm>
          </p:grpSpPr>
          <p:grpSp>
            <p:nvGrpSpPr>
              <p:cNvPr id="319" name="Google Shape;319;p35"/>
              <p:cNvGrpSpPr/>
              <p:nvPr/>
            </p:nvGrpSpPr>
            <p:grpSpPr>
              <a:xfrm>
                <a:off x="1415175" y="3039700"/>
                <a:ext cx="1373100" cy="1521600"/>
                <a:chOff x="421150" y="3025925"/>
                <a:chExt cx="1373100" cy="1521600"/>
              </a:xfrm>
            </p:grpSpPr>
            <p:sp>
              <p:nvSpPr>
                <p:cNvPr id="320" name="Google Shape;320;p35"/>
                <p:cNvSpPr/>
                <p:nvPr/>
              </p:nvSpPr>
              <p:spPr>
                <a:xfrm>
                  <a:off x="484025" y="3025925"/>
                  <a:ext cx="1247400" cy="1521600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1" name="Google Shape;321;p35"/>
                <p:cNvSpPr txBox="1"/>
                <p:nvPr/>
              </p:nvSpPr>
              <p:spPr>
                <a:xfrm>
                  <a:off x="421150" y="3678150"/>
                  <a:ext cx="1373100" cy="523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700">
                      <a:solidFill>
                        <a:schemeClr val="lt1"/>
                      </a:solidFill>
                      <a:latin typeface="Wix Madefor Display SemiBold"/>
                      <a:ea typeface="Wix Madefor Display SemiBold"/>
                      <a:cs typeface="Wix Madefor Display SemiBold"/>
                      <a:sym typeface="Wix Madefor Display SemiBold"/>
                    </a:rPr>
                    <a:t>Максим Спиридонов</a:t>
                  </a:r>
                  <a:br>
                    <a:rPr lang="ru" sz="1000">
                      <a:solidFill>
                        <a:schemeClr val="lt1"/>
                      </a:solidFill>
                      <a:latin typeface="Wix Madefor Display SemiBold"/>
                      <a:ea typeface="Wix Madefor Display SemiBold"/>
                      <a:cs typeface="Wix Madefor Display SemiBold"/>
                      <a:sym typeface="Wix Madefor Display SemiBold"/>
                    </a:rPr>
                  </a:br>
                  <a: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Основатель Нетологии, Фоксфорда, бизнес-клуба Reforma и экосистемы</a:t>
                  </a:r>
                  <a:b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</a:br>
                  <a: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Wonder Family</a:t>
                  </a:r>
                  <a:endParaRPr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endParaRPr>
                </a:p>
              </p:txBody>
            </p:sp>
            <p:sp>
              <p:nvSpPr>
                <p:cNvPr id="322" name="Google Shape;322;p35"/>
                <p:cNvSpPr txBox="1"/>
                <p:nvPr/>
              </p:nvSpPr>
              <p:spPr>
                <a:xfrm>
                  <a:off x="453950" y="4093700"/>
                  <a:ext cx="1307400" cy="369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600">
                      <a:solidFill>
                        <a:schemeClr val="lt1"/>
                      </a:solidFill>
                      <a:latin typeface="Wix Madefor Display Medium"/>
                      <a:ea typeface="Wix Madefor Display Medium"/>
                      <a:cs typeface="Wix Madefor Display Medium"/>
                      <a:sym typeface="Wix Madefor Display Medium"/>
                    </a:rPr>
                    <a:t>С бюро подготовилсяк выступлению на TEDx</a:t>
                  </a:r>
                  <a:endParaRPr sz="600">
                    <a:solidFill>
                      <a:schemeClr val="lt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endParaRPr>
                </a:p>
              </p:txBody>
            </p:sp>
            <p:pic>
              <p:nvPicPr>
                <p:cNvPr id="323" name="Google Shape;323;p35"/>
                <p:cNvPicPr preferRelativeResize="0"/>
                <p:nvPr/>
              </p:nvPicPr>
              <p:blipFill>
                <a:blip r:embed="rId3">
                  <a:alphaModFix/>
                </a:blip>
                <a:stretch>
                  <a:fillRect/>
                </a:stretch>
              </p:blipFill>
              <p:spPr>
                <a:xfrm>
                  <a:off x="834276" y="3189351"/>
                  <a:ext cx="546900" cy="5468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pic>
            <p:nvPicPr>
              <p:cNvPr id="324" name="Google Shape;324;p35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827950" y="3201850"/>
                <a:ext cx="547550" cy="5475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25" name="Google Shape;325;p35"/>
            <p:cNvGrpSpPr/>
            <p:nvPr/>
          </p:nvGrpSpPr>
          <p:grpSpPr>
            <a:xfrm>
              <a:off x="4312988" y="3047575"/>
              <a:ext cx="1373100" cy="1521600"/>
              <a:chOff x="7285550" y="1970725"/>
              <a:chExt cx="1373100" cy="1521600"/>
            </a:xfrm>
          </p:grpSpPr>
          <p:grpSp>
            <p:nvGrpSpPr>
              <p:cNvPr id="326" name="Google Shape;326;p35"/>
              <p:cNvGrpSpPr/>
              <p:nvPr/>
            </p:nvGrpSpPr>
            <p:grpSpPr>
              <a:xfrm>
                <a:off x="7285550" y="1970725"/>
                <a:ext cx="1373100" cy="1521600"/>
                <a:chOff x="421150" y="3033800"/>
                <a:chExt cx="1373100" cy="1521600"/>
              </a:xfrm>
            </p:grpSpPr>
            <p:sp>
              <p:nvSpPr>
                <p:cNvPr id="327" name="Google Shape;327;p35"/>
                <p:cNvSpPr/>
                <p:nvPr/>
              </p:nvSpPr>
              <p:spPr>
                <a:xfrm>
                  <a:off x="514475" y="3033800"/>
                  <a:ext cx="1186500" cy="1521600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" name="Google Shape;328;p35"/>
                <p:cNvSpPr txBox="1"/>
                <p:nvPr/>
              </p:nvSpPr>
              <p:spPr>
                <a:xfrm>
                  <a:off x="421150" y="3678150"/>
                  <a:ext cx="1373100" cy="44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700">
                      <a:solidFill>
                        <a:schemeClr val="dk1"/>
                      </a:solidFill>
                      <a:latin typeface="Wix Madefor Display SemiBold"/>
                      <a:ea typeface="Wix Madefor Display SemiBold"/>
                      <a:cs typeface="Wix Madefor Display SemiBold"/>
                      <a:sym typeface="Wix Madefor Display SemiBold"/>
                    </a:rPr>
                    <a:t>Виталия Летницкая</a:t>
                  </a:r>
                  <a:br>
                    <a:rPr lang="ru" sz="1000">
                      <a:solidFill>
                        <a:schemeClr val="lt1"/>
                      </a:solidFill>
                      <a:latin typeface="Wix Madefor Display SemiBold"/>
                      <a:ea typeface="Wix Madefor Display SemiBold"/>
                      <a:cs typeface="Wix Madefor Display SemiBold"/>
                      <a:sym typeface="Wix Madefor Display SemiBold"/>
                    </a:rPr>
                  </a:br>
                  <a: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Генеральный продюсер</a:t>
                  </a:r>
                  <a:endParaRPr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endParaRPr>
                </a:p>
                <a:p>
                  <a:pPr marL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РБК Pro</a:t>
                  </a:r>
                  <a:endParaRPr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endParaRPr>
                </a:p>
              </p:txBody>
            </p:sp>
            <p:sp>
              <p:nvSpPr>
                <p:cNvPr id="329" name="Google Shape;329;p35"/>
                <p:cNvSpPr txBox="1"/>
                <p:nvPr/>
              </p:nvSpPr>
              <p:spPr>
                <a:xfrm>
                  <a:off x="471525" y="4110650"/>
                  <a:ext cx="1290000" cy="369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600">
                      <a:solidFill>
                        <a:schemeClr val="dk1"/>
                      </a:solidFill>
                      <a:latin typeface="Wix Madefor Display Medium"/>
                      <a:ea typeface="Wix Madefor Display Medium"/>
                      <a:cs typeface="Wix Madefor Display Medium"/>
                      <a:sym typeface="Wix Madefor Display Medium"/>
                    </a:rPr>
                    <a:t>С бюро стала увереннеена планерках</a:t>
                  </a:r>
                  <a:endParaRPr sz="600">
                    <a:solidFill>
                      <a:schemeClr val="lt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endParaRPr>
                </a:p>
              </p:txBody>
            </p:sp>
            <p:pic>
              <p:nvPicPr>
                <p:cNvPr id="330" name="Google Shape;330;p35"/>
                <p:cNvPicPr preferRelativeResize="0"/>
                <p:nvPr/>
              </p:nvPicPr>
              <p:blipFill>
                <a:blip r:embed="rId3">
                  <a:alphaModFix/>
                </a:blip>
                <a:stretch>
                  <a:fillRect/>
                </a:stretch>
              </p:blipFill>
              <p:spPr>
                <a:xfrm>
                  <a:off x="834276" y="3189351"/>
                  <a:ext cx="546900" cy="5468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pic>
            <p:nvPicPr>
              <p:cNvPr id="331" name="Google Shape;331;p35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689125" y="2118300"/>
                <a:ext cx="565950" cy="5659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32" name="Google Shape;332;p35"/>
            <p:cNvGrpSpPr/>
            <p:nvPr/>
          </p:nvGrpSpPr>
          <p:grpSpPr>
            <a:xfrm>
              <a:off x="5697788" y="3047575"/>
              <a:ext cx="1247400" cy="1521600"/>
              <a:chOff x="5994675" y="3071150"/>
              <a:chExt cx="1247400" cy="1521600"/>
            </a:xfrm>
          </p:grpSpPr>
          <p:grpSp>
            <p:nvGrpSpPr>
              <p:cNvPr id="333" name="Google Shape;333;p35"/>
              <p:cNvGrpSpPr/>
              <p:nvPr/>
            </p:nvGrpSpPr>
            <p:grpSpPr>
              <a:xfrm>
                <a:off x="6123975" y="3447000"/>
                <a:ext cx="988800" cy="926575"/>
                <a:chOff x="4077600" y="3767000"/>
                <a:chExt cx="988800" cy="926575"/>
              </a:xfrm>
            </p:grpSpPr>
            <p:pic>
              <p:nvPicPr>
                <p:cNvPr id="334" name="Google Shape;334;p35"/>
                <p:cNvPicPr preferRelativeResize="0"/>
                <p:nvPr/>
              </p:nvPicPr>
              <p:blipFill>
                <a:blip r:embed="rId6">
                  <a:alphaModFix/>
                </a:blip>
                <a:stretch>
                  <a:fillRect/>
                </a:stretch>
              </p:blipFill>
              <p:spPr>
                <a:xfrm>
                  <a:off x="4310950" y="3767000"/>
                  <a:ext cx="522100" cy="5234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35" name="Google Shape;335;p35"/>
                <p:cNvSpPr txBox="1"/>
                <p:nvPr/>
              </p:nvSpPr>
              <p:spPr>
                <a:xfrm>
                  <a:off x="4077600" y="4262475"/>
                  <a:ext cx="988800" cy="431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800">
                      <a:solidFill>
                        <a:schemeClr val="dk1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Тут может быть</a:t>
                  </a:r>
                  <a:br>
                    <a:rPr lang="ru" sz="800">
                      <a:solidFill>
                        <a:schemeClr val="dk1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</a:br>
                  <a:r>
                    <a:rPr lang="ru" sz="800">
                      <a:solidFill>
                        <a:schemeClr val="dk1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ваша история</a:t>
                  </a:r>
                  <a:endParaRPr sz="800">
                    <a:solidFill>
                      <a:schemeClr val="dk1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endParaRPr>
                </a:p>
              </p:txBody>
            </p:sp>
          </p:grpSp>
          <p:sp>
            <p:nvSpPr>
              <p:cNvPr id="336" name="Google Shape;336;p35"/>
              <p:cNvSpPr/>
              <p:nvPr/>
            </p:nvSpPr>
            <p:spPr>
              <a:xfrm>
                <a:off x="5994675" y="3071150"/>
                <a:ext cx="1247400" cy="1521600"/>
              </a:xfrm>
              <a:prstGeom prst="roundRect">
                <a:avLst>
                  <a:gd name="adj" fmla="val 16667"/>
                </a:avLst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337" name="Google Shape;337;p3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940600" y="479100"/>
            <a:ext cx="1262812" cy="1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3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6"/>
          <p:cNvSpPr txBox="1"/>
          <p:nvPr/>
        </p:nvSpPr>
        <p:spPr>
          <a:xfrm>
            <a:off x="2161500" y="15712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44" name="Google Shape;344;p36"/>
          <p:cNvSpPr txBox="1"/>
          <p:nvPr/>
        </p:nvSpPr>
        <p:spPr>
          <a:xfrm>
            <a:off x="2709450" y="28333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345" name="Google Shape;34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40600" y="479100"/>
            <a:ext cx="1262812" cy="1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7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Градиенты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52" name="Google Shape;352;p37"/>
          <p:cNvSpPr txBox="1"/>
          <p:nvPr/>
        </p:nvSpPr>
        <p:spPr>
          <a:xfrm>
            <a:off x="402775" y="1300925"/>
            <a:ext cx="4631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Можно использовать как слайд для начала презентации,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перебивки, слайд ключевой мысли или любой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другой слайд с фоном.</a:t>
            </a:r>
            <a:endParaRPr sz="1000">
              <a:solidFill>
                <a:srgbClr val="EFEFEF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353" name="Google Shape;353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Google Shape;35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0" y="0"/>
            <a:ext cx="9143992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8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63" name="Google Shape;363;p38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39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72" name="Google Shape;372;p39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2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40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81" name="Google Shape;381;p40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1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90" name="Google Shape;390;p41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42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99" name="Google Shape;399;p42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4" name="Google Shape;40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4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4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43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08" name="Google Shape;408;p43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4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Линии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4" name="Google Shape;414;p44"/>
          <p:cNvSpPr txBox="1"/>
          <p:nvPr/>
        </p:nvSpPr>
        <p:spPr>
          <a:xfrm>
            <a:off x="402775" y="1300925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Можно использовать как слайд для начала презентации,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перебивки или фоном.</a:t>
            </a:r>
            <a:endParaRPr sz="1000">
              <a:solidFill>
                <a:srgbClr val="EFEFEF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15" name="Google Shape;415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1" name="Google Shape;421;p45"/>
          <p:cNvPicPr preferRelativeResize="0"/>
          <p:nvPr/>
        </p:nvPicPr>
        <p:blipFill rotWithShape="1">
          <a:blip r:embed="rId3">
            <a:alphaModFix/>
          </a:blip>
          <a:srcRect t="8725" r="8734"/>
          <a:stretch/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" name="Google Shape;422;p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45"/>
          <p:cNvSpPr txBox="1"/>
          <p:nvPr/>
        </p:nvSpPr>
        <p:spPr>
          <a:xfrm>
            <a:off x="350700" y="190132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25" name="Google Shape;425;p45"/>
          <p:cNvSpPr txBox="1"/>
          <p:nvPr/>
        </p:nvSpPr>
        <p:spPr>
          <a:xfrm>
            <a:off x="397400" y="364282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" name="Google Shape;430;p46"/>
          <p:cNvPicPr preferRelativeResize="0"/>
          <p:nvPr/>
        </p:nvPicPr>
        <p:blipFill rotWithShape="1">
          <a:blip r:embed="rId3">
            <a:alphaModFix/>
          </a:blip>
          <a:srcRect t="9608" r="9600"/>
          <a:stretch/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6"/>
          <p:cNvSpPr txBox="1"/>
          <p:nvPr/>
        </p:nvSpPr>
        <p:spPr>
          <a:xfrm>
            <a:off x="350700" y="190132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34" name="Google Shape;434;p46"/>
          <p:cNvSpPr txBox="1"/>
          <p:nvPr/>
        </p:nvSpPr>
        <p:spPr>
          <a:xfrm>
            <a:off x="397400" y="364282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47"/>
          <p:cNvPicPr preferRelativeResize="0"/>
          <p:nvPr/>
        </p:nvPicPr>
        <p:blipFill rotWithShape="1">
          <a:blip r:embed="rId3">
            <a:alphaModFix/>
          </a:blip>
          <a:srcRect t="10096" r="10096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47"/>
          <p:cNvSpPr txBox="1"/>
          <p:nvPr/>
        </p:nvSpPr>
        <p:spPr>
          <a:xfrm>
            <a:off x="350700" y="190132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42" name="Google Shape;442;p47"/>
          <p:cNvSpPr txBox="1"/>
          <p:nvPr/>
        </p:nvSpPr>
        <p:spPr>
          <a:xfrm>
            <a:off x="397400" y="364282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48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Стрелка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48" name="Google Shape;448;p48"/>
          <p:cNvSpPr txBox="1"/>
          <p:nvPr/>
        </p:nvSpPr>
        <p:spPr>
          <a:xfrm>
            <a:off x="402775" y="1300925"/>
            <a:ext cx="4631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Можно использовать как слайд для начала презентации,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перебивки, слайд ключевой мысли или любой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другой слайд с фоном.</a:t>
            </a:r>
            <a:endParaRPr sz="1000">
              <a:solidFill>
                <a:srgbClr val="EFEFEF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EFEFEF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49" name="Google Shape;449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49"/>
          <p:cNvPicPr preferRelativeResize="0"/>
          <p:nvPr/>
        </p:nvPicPr>
        <p:blipFill rotWithShape="1">
          <a:blip r:embed="rId3">
            <a:alphaModFix/>
          </a:blip>
          <a:srcRect r="4970"/>
          <a:stretch/>
        </p:blipFill>
        <p:spPr>
          <a:xfrm>
            <a:off x="1620500" y="0"/>
            <a:ext cx="752350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3997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49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60" name="Google Shape;460;p49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1" name="Google Shape;461;p49"/>
          <p:cNvSpPr txBox="1"/>
          <p:nvPr/>
        </p:nvSpPr>
        <p:spPr>
          <a:xfrm>
            <a:off x="397400" y="4181775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*Стрелка вырезана, под нее можно вставить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любую фотографию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6" name="Google Shape;466;p50"/>
          <p:cNvPicPr preferRelativeResize="0"/>
          <p:nvPr/>
        </p:nvPicPr>
        <p:blipFill rotWithShape="1">
          <a:blip r:embed="rId3">
            <a:alphaModFix/>
          </a:blip>
          <a:srcRect r="4970"/>
          <a:stretch/>
        </p:blipFill>
        <p:spPr>
          <a:xfrm>
            <a:off x="1620500" y="0"/>
            <a:ext cx="752350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50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accent3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69" name="Google Shape;469;p50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70" name="Google Shape;470;p50"/>
          <p:cNvSpPr txBox="1"/>
          <p:nvPr/>
        </p:nvSpPr>
        <p:spPr>
          <a:xfrm>
            <a:off x="397400" y="4220800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*Стрелка вырезана, под нее можно вставить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любую фотографию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71" name="Google Shape;471;p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Google Shape;476;p51"/>
          <p:cNvPicPr preferRelativeResize="0"/>
          <p:nvPr/>
        </p:nvPicPr>
        <p:blipFill rotWithShape="1">
          <a:blip r:embed="rId3">
            <a:alphaModFix/>
          </a:blip>
          <a:srcRect r="4970"/>
          <a:stretch/>
        </p:blipFill>
        <p:spPr>
          <a:xfrm>
            <a:off x="1620500" y="0"/>
            <a:ext cx="752350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51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accent3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79" name="Google Shape;479;p51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80" name="Google Shape;480;p51"/>
          <p:cNvSpPr txBox="1"/>
          <p:nvPr/>
        </p:nvSpPr>
        <p:spPr>
          <a:xfrm>
            <a:off x="397400" y="4205175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*Стрелка вырезана, под нее можно вставить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любую фотографию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81" name="Google Shape;481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p52"/>
          <p:cNvPicPr preferRelativeResize="0"/>
          <p:nvPr/>
        </p:nvPicPr>
        <p:blipFill rotWithShape="1">
          <a:blip r:embed="rId3">
            <a:alphaModFix/>
          </a:blip>
          <a:srcRect r="4970"/>
          <a:stretch/>
        </p:blipFill>
        <p:spPr>
          <a:xfrm>
            <a:off x="1620500" y="0"/>
            <a:ext cx="752350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88" name="Google Shape;488;p52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89" name="Google Shape;489;p52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90" name="Google Shape;490;p52"/>
          <p:cNvSpPr txBox="1"/>
          <p:nvPr/>
        </p:nvSpPr>
        <p:spPr>
          <a:xfrm>
            <a:off x="397400" y="4197375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*Стрелка вырезана, под нее можно вставить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любую фотографию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91" name="Google Shape;491;p5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5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53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План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выступления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8" name="Google Shape;498;p53"/>
          <p:cNvSpPr txBox="1"/>
          <p:nvPr/>
        </p:nvSpPr>
        <p:spPr>
          <a:xfrm>
            <a:off x="402775" y="1691300"/>
            <a:ext cx="4631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подойдет для всего, где требуется показать последовательность шагов/несколько пунктов.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Последовательность можно показать послайдово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(т.е. сначала 1, затем 2 и т.д)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99" name="Google Shape;499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471294" y="142985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621316" y="155463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540187" y="178121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540187" y="205691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8" name="Google Shape;509;p54">
            <a:extLst>
              <a:ext uri="{FF2B5EF4-FFF2-40B4-BE49-F238E27FC236}">
                <a16:creationId xmlns:a16="http://schemas.microsoft.com/office/drawing/2014/main" id="{D0903921-E750-A946-BABE-AB50814BC07F}"/>
              </a:ext>
            </a:extLst>
          </p:cNvPr>
          <p:cNvSpPr/>
          <p:nvPr/>
        </p:nvSpPr>
        <p:spPr>
          <a:xfrm>
            <a:off x="2521647" y="2040357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9" name="Google Shape;508;p54">
            <a:extLst>
              <a:ext uri="{FF2B5EF4-FFF2-40B4-BE49-F238E27FC236}">
                <a16:creationId xmlns:a16="http://schemas.microsoft.com/office/drawing/2014/main" id="{7B8579BE-8AA4-D94A-BEAE-0DA8DC96671A}"/>
              </a:ext>
            </a:extLst>
          </p:cNvPr>
          <p:cNvSpPr/>
          <p:nvPr/>
        </p:nvSpPr>
        <p:spPr>
          <a:xfrm>
            <a:off x="2671669" y="2165145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0" name="Google Shape;928;p90">
            <a:extLst>
              <a:ext uri="{FF2B5EF4-FFF2-40B4-BE49-F238E27FC236}">
                <a16:creationId xmlns:a16="http://schemas.microsoft.com/office/drawing/2014/main" id="{FD1B9559-1DB3-4E4E-9E54-2A60DA096689}"/>
              </a:ext>
            </a:extLst>
          </p:cNvPr>
          <p:cNvSpPr txBox="1"/>
          <p:nvPr/>
        </p:nvSpPr>
        <p:spPr>
          <a:xfrm>
            <a:off x="2590540" y="2391724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" name="Google Shape;929;p90">
            <a:extLst>
              <a:ext uri="{FF2B5EF4-FFF2-40B4-BE49-F238E27FC236}">
                <a16:creationId xmlns:a16="http://schemas.microsoft.com/office/drawing/2014/main" id="{CBC61279-92F7-BC40-A491-CAFA9EE36032}"/>
              </a:ext>
            </a:extLst>
          </p:cNvPr>
          <p:cNvSpPr txBox="1"/>
          <p:nvPr/>
        </p:nvSpPr>
        <p:spPr>
          <a:xfrm>
            <a:off x="2590540" y="2667417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2" name="Google Shape;509;p54">
            <a:extLst>
              <a:ext uri="{FF2B5EF4-FFF2-40B4-BE49-F238E27FC236}">
                <a16:creationId xmlns:a16="http://schemas.microsoft.com/office/drawing/2014/main" id="{85248D43-6B6D-7D4E-8BA3-A63313291B14}"/>
              </a:ext>
            </a:extLst>
          </p:cNvPr>
          <p:cNvSpPr/>
          <p:nvPr/>
        </p:nvSpPr>
        <p:spPr>
          <a:xfrm>
            <a:off x="4572000" y="142985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3" name="Google Shape;508;p54">
            <a:extLst>
              <a:ext uri="{FF2B5EF4-FFF2-40B4-BE49-F238E27FC236}">
                <a16:creationId xmlns:a16="http://schemas.microsoft.com/office/drawing/2014/main" id="{38ADD11D-6722-E247-99B1-50D52B8BD5CE}"/>
              </a:ext>
            </a:extLst>
          </p:cNvPr>
          <p:cNvSpPr/>
          <p:nvPr/>
        </p:nvSpPr>
        <p:spPr>
          <a:xfrm>
            <a:off x="4722022" y="155463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4" name="Google Shape;928;p90">
            <a:extLst>
              <a:ext uri="{FF2B5EF4-FFF2-40B4-BE49-F238E27FC236}">
                <a16:creationId xmlns:a16="http://schemas.microsoft.com/office/drawing/2014/main" id="{258ECA74-0DFB-6947-9241-306E97F6F7A7}"/>
              </a:ext>
            </a:extLst>
          </p:cNvPr>
          <p:cNvSpPr txBox="1"/>
          <p:nvPr/>
        </p:nvSpPr>
        <p:spPr>
          <a:xfrm>
            <a:off x="4640893" y="178121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5" name="Google Shape;929;p90">
            <a:extLst>
              <a:ext uri="{FF2B5EF4-FFF2-40B4-BE49-F238E27FC236}">
                <a16:creationId xmlns:a16="http://schemas.microsoft.com/office/drawing/2014/main" id="{DAD9FC9F-62BA-4747-AB39-F8CAF4CE9D63}"/>
              </a:ext>
            </a:extLst>
          </p:cNvPr>
          <p:cNvSpPr txBox="1"/>
          <p:nvPr/>
        </p:nvSpPr>
        <p:spPr>
          <a:xfrm>
            <a:off x="4640893" y="205691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" name="Google Shape;509;p54">
            <a:extLst>
              <a:ext uri="{FF2B5EF4-FFF2-40B4-BE49-F238E27FC236}">
                <a16:creationId xmlns:a16="http://schemas.microsoft.com/office/drawing/2014/main" id="{7F909DD6-1876-474A-81CA-4E497F1A6BCD}"/>
              </a:ext>
            </a:extLst>
          </p:cNvPr>
          <p:cNvSpPr/>
          <p:nvPr/>
        </p:nvSpPr>
        <p:spPr>
          <a:xfrm>
            <a:off x="6622353" y="2087938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7" name="Google Shape;508;p54">
            <a:extLst>
              <a:ext uri="{FF2B5EF4-FFF2-40B4-BE49-F238E27FC236}">
                <a16:creationId xmlns:a16="http://schemas.microsoft.com/office/drawing/2014/main" id="{97E14EF3-C6E6-FF4E-84CF-5C0286FF7018}"/>
              </a:ext>
            </a:extLst>
          </p:cNvPr>
          <p:cNvSpPr/>
          <p:nvPr/>
        </p:nvSpPr>
        <p:spPr>
          <a:xfrm>
            <a:off x="6772375" y="2212726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8" name="Google Shape;928;p90">
            <a:extLst>
              <a:ext uri="{FF2B5EF4-FFF2-40B4-BE49-F238E27FC236}">
                <a16:creationId xmlns:a16="http://schemas.microsoft.com/office/drawing/2014/main" id="{412CC6E6-20CD-3149-A48F-A5DF101320E6}"/>
              </a:ext>
            </a:extLst>
          </p:cNvPr>
          <p:cNvSpPr txBox="1"/>
          <p:nvPr/>
        </p:nvSpPr>
        <p:spPr>
          <a:xfrm>
            <a:off x="6691246" y="2439305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" name="Google Shape;929;p90">
            <a:extLst>
              <a:ext uri="{FF2B5EF4-FFF2-40B4-BE49-F238E27FC236}">
                <a16:creationId xmlns:a16="http://schemas.microsoft.com/office/drawing/2014/main" id="{85BB6605-92A0-8849-817A-8A0275F11F70}"/>
              </a:ext>
            </a:extLst>
          </p:cNvPr>
          <p:cNvSpPr txBox="1"/>
          <p:nvPr/>
        </p:nvSpPr>
        <p:spPr>
          <a:xfrm>
            <a:off x="6691246" y="2714998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471294" y="142985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621316" y="155463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540187" y="178121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540187" y="205691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8" name="Google Shape;509;p54">
            <a:extLst>
              <a:ext uri="{FF2B5EF4-FFF2-40B4-BE49-F238E27FC236}">
                <a16:creationId xmlns:a16="http://schemas.microsoft.com/office/drawing/2014/main" id="{D0903921-E750-A946-BABE-AB50814BC07F}"/>
              </a:ext>
            </a:extLst>
          </p:cNvPr>
          <p:cNvSpPr/>
          <p:nvPr/>
        </p:nvSpPr>
        <p:spPr>
          <a:xfrm>
            <a:off x="2521647" y="2040357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9" name="Google Shape;508;p54">
            <a:extLst>
              <a:ext uri="{FF2B5EF4-FFF2-40B4-BE49-F238E27FC236}">
                <a16:creationId xmlns:a16="http://schemas.microsoft.com/office/drawing/2014/main" id="{7B8579BE-8AA4-D94A-BEAE-0DA8DC96671A}"/>
              </a:ext>
            </a:extLst>
          </p:cNvPr>
          <p:cNvSpPr/>
          <p:nvPr/>
        </p:nvSpPr>
        <p:spPr>
          <a:xfrm>
            <a:off x="2671669" y="2165145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0" name="Google Shape;928;p90">
            <a:extLst>
              <a:ext uri="{FF2B5EF4-FFF2-40B4-BE49-F238E27FC236}">
                <a16:creationId xmlns:a16="http://schemas.microsoft.com/office/drawing/2014/main" id="{FD1B9559-1DB3-4E4E-9E54-2A60DA096689}"/>
              </a:ext>
            </a:extLst>
          </p:cNvPr>
          <p:cNvSpPr txBox="1"/>
          <p:nvPr/>
        </p:nvSpPr>
        <p:spPr>
          <a:xfrm>
            <a:off x="2590540" y="2391724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" name="Google Shape;929;p90">
            <a:extLst>
              <a:ext uri="{FF2B5EF4-FFF2-40B4-BE49-F238E27FC236}">
                <a16:creationId xmlns:a16="http://schemas.microsoft.com/office/drawing/2014/main" id="{CBC61279-92F7-BC40-A491-CAFA9EE36032}"/>
              </a:ext>
            </a:extLst>
          </p:cNvPr>
          <p:cNvSpPr txBox="1"/>
          <p:nvPr/>
        </p:nvSpPr>
        <p:spPr>
          <a:xfrm>
            <a:off x="2590540" y="2667417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tx2">
                    <a:lumMod val="85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tx2">
                  <a:lumMod val="85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2" name="Google Shape;509;p54">
            <a:extLst>
              <a:ext uri="{FF2B5EF4-FFF2-40B4-BE49-F238E27FC236}">
                <a16:creationId xmlns:a16="http://schemas.microsoft.com/office/drawing/2014/main" id="{85248D43-6B6D-7D4E-8BA3-A63313291B14}"/>
              </a:ext>
            </a:extLst>
          </p:cNvPr>
          <p:cNvSpPr/>
          <p:nvPr/>
        </p:nvSpPr>
        <p:spPr>
          <a:xfrm>
            <a:off x="4572000" y="142985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3" name="Google Shape;508;p54">
            <a:extLst>
              <a:ext uri="{FF2B5EF4-FFF2-40B4-BE49-F238E27FC236}">
                <a16:creationId xmlns:a16="http://schemas.microsoft.com/office/drawing/2014/main" id="{38ADD11D-6722-E247-99B1-50D52B8BD5CE}"/>
              </a:ext>
            </a:extLst>
          </p:cNvPr>
          <p:cNvSpPr/>
          <p:nvPr/>
        </p:nvSpPr>
        <p:spPr>
          <a:xfrm>
            <a:off x="4722022" y="155463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4" name="Google Shape;928;p90">
            <a:extLst>
              <a:ext uri="{FF2B5EF4-FFF2-40B4-BE49-F238E27FC236}">
                <a16:creationId xmlns:a16="http://schemas.microsoft.com/office/drawing/2014/main" id="{258ECA74-0DFB-6947-9241-306E97F6F7A7}"/>
              </a:ext>
            </a:extLst>
          </p:cNvPr>
          <p:cNvSpPr txBox="1"/>
          <p:nvPr/>
        </p:nvSpPr>
        <p:spPr>
          <a:xfrm>
            <a:off x="4640893" y="178121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5" name="Google Shape;929;p90">
            <a:extLst>
              <a:ext uri="{FF2B5EF4-FFF2-40B4-BE49-F238E27FC236}">
                <a16:creationId xmlns:a16="http://schemas.microsoft.com/office/drawing/2014/main" id="{DAD9FC9F-62BA-4747-AB39-F8CAF4CE9D63}"/>
              </a:ext>
            </a:extLst>
          </p:cNvPr>
          <p:cNvSpPr txBox="1"/>
          <p:nvPr/>
        </p:nvSpPr>
        <p:spPr>
          <a:xfrm>
            <a:off x="4640893" y="205691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tx2">
                    <a:lumMod val="85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tx2">
                  <a:lumMod val="85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" name="Google Shape;509;p54">
            <a:extLst>
              <a:ext uri="{FF2B5EF4-FFF2-40B4-BE49-F238E27FC236}">
                <a16:creationId xmlns:a16="http://schemas.microsoft.com/office/drawing/2014/main" id="{7F909DD6-1876-474A-81CA-4E497F1A6BCD}"/>
              </a:ext>
            </a:extLst>
          </p:cNvPr>
          <p:cNvSpPr/>
          <p:nvPr/>
        </p:nvSpPr>
        <p:spPr>
          <a:xfrm>
            <a:off x="6622353" y="2087938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7" name="Google Shape;508;p54">
            <a:extLst>
              <a:ext uri="{FF2B5EF4-FFF2-40B4-BE49-F238E27FC236}">
                <a16:creationId xmlns:a16="http://schemas.microsoft.com/office/drawing/2014/main" id="{97E14EF3-C6E6-FF4E-84CF-5C0286FF7018}"/>
              </a:ext>
            </a:extLst>
          </p:cNvPr>
          <p:cNvSpPr/>
          <p:nvPr/>
        </p:nvSpPr>
        <p:spPr>
          <a:xfrm>
            <a:off x="6772375" y="2212726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8" name="Google Shape;928;p90">
            <a:extLst>
              <a:ext uri="{FF2B5EF4-FFF2-40B4-BE49-F238E27FC236}">
                <a16:creationId xmlns:a16="http://schemas.microsoft.com/office/drawing/2014/main" id="{412CC6E6-20CD-3149-A48F-A5DF101320E6}"/>
              </a:ext>
            </a:extLst>
          </p:cNvPr>
          <p:cNvSpPr txBox="1"/>
          <p:nvPr/>
        </p:nvSpPr>
        <p:spPr>
          <a:xfrm>
            <a:off x="6691246" y="2439305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" name="Google Shape;929;p90">
            <a:extLst>
              <a:ext uri="{FF2B5EF4-FFF2-40B4-BE49-F238E27FC236}">
                <a16:creationId xmlns:a16="http://schemas.microsoft.com/office/drawing/2014/main" id="{85BB6605-92A0-8849-817A-8A0275F11F70}"/>
              </a:ext>
            </a:extLst>
          </p:cNvPr>
          <p:cNvSpPr txBox="1"/>
          <p:nvPr/>
        </p:nvSpPr>
        <p:spPr>
          <a:xfrm>
            <a:off x="6691246" y="2714998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tx2">
                    <a:lumMod val="85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tx2">
                  <a:lumMod val="85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883691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471294" y="9038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621316" y="10286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540187" y="12552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540187" y="15309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8" name="Google Shape;509;p54">
            <a:extLst>
              <a:ext uri="{FF2B5EF4-FFF2-40B4-BE49-F238E27FC236}">
                <a16:creationId xmlns:a16="http://schemas.microsoft.com/office/drawing/2014/main" id="{D0903921-E750-A946-BABE-AB50814BC07F}"/>
              </a:ext>
            </a:extLst>
          </p:cNvPr>
          <p:cNvSpPr/>
          <p:nvPr/>
        </p:nvSpPr>
        <p:spPr>
          <a:xfrm>
            <a:off x="2521647" y="1182605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9" name="Google Shape;508;p54">
            <a:extLst>
              <a:ext uri="{FF2B5EF4-FFF2-40B4-BE49-F238E27FC236}">
                <a16:creationId xmlns:a16="http://schemas.microsoft.com/office/drawing/2014/main" id="{7B8579BE-8AA4-D94A-BEAE-0DA8DC96671A}"/>
              </a:ext>
            </a:extLst>
          </p:cNvPr>
          <p:cNvSpPr/>
          <p:nvPr/>
        </p:nvSpPr>
        <p:spPr>
          <a:xfrm>
            <a:off x="2671669" y="130739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0" name="Google Shape;928;p90">
            <a:extLst>
              <a:ext uri="{FF2B5EF4-FFF2-40B4-BE49-F238E27FC236}">
                <a16:creationId xmlns:a16="http://schemas.microsoft.com/office/drawing/2014/main" id="{FD1B9559-1DB3-4E4E-9E54-2A60DA096689}"/>
              </a:ext>
            </a:extLst>
          </p:cNvPr>
          <p:cNvSpPr txBox="1"/>
          <p:nvPr/>
        </p:nvSpPr>
        <p:spPr>
          <a:xfrm>
            <a:off x="2590540" y="1533972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" name="Google Shape;929;p90">
            <a:extLst>
              <a:ext uri="{FF2B5EF4-FFF2-40B4-BE49-F238E27FC236}">
                <a16:creationId xmlns:a16="http://schemas.microsoft.com/office/drawing/2014/main" id="{CBC61279-92F7-BC40-A491-CAFA9EE36032}"/>
              </a:ext>
            </a:extLst>
          </p:cNvPr>
          <p:cNvSpPr txBox="1"/>
          <p:nvPr/>
        </p:nvSpPr>
        <p:spPr>
          <a:xfrm>
            <a:off x="2590540" y="1809665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2" name="Google Shape;509;p54">
            <a:extLst>
              <a:ext uri="{FF2B5EF4-FFF2-40B4-BE49-F238E27FC236}">
                <a16:creationId xmlns:a16="http://schemas.microsoft.com/office/drawing/2014/main" id="{85248D43-6B6D-7D4E-8BA3-A63313291B14}"/>
              </a:ext>
            </a:extLst>
          </p:cNvPr>
          <p:cNvSpPr/>
          <p:nvPr/>
        </p:nvSpPr>
        <p:spPr>
          <a:xfrm>
            <a:off x="4572000" y="9038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3" name="Google Shape;508;p54">
            <a:extLst>
              <a:ext uri="{FF2B5EF4-FFF2-40B4-BE49-F238E27FC236}">
                <a16:creationId xmlns:a16="http://schemas.microsoft.com/office/drawing/2014/main" id="{38ADD11D-6722-E247-99B1-50D52B8BD5CE}"/>
              </a:ext>
            </a:extLst>
          </p:cNvPr>
          <p:cNvSpPr/>
          <p:nvPr/>
        </p:nvSpPr>
        <p:spPr>
          <a:xfrm>
            <a:off x="4722022" y="10286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4" name="Google Shape;928;p90">
            <a:extLst>
              <a:ext uri="{FF2B5EF4-FFF2-40B4-BE49-F238E27FC236}">
                <a16:creationId xmlns:a16="http://schemas.microsoft.com/office/drawing/2014/main" id="{258ECA74-0DFB-6947-9241-306E97F6F7A7}"/>
              </a:ext>
            </a:extLst>
          </p:cNvPr>
          <p:cNvSpPr txBox="1"/>
          <p:nvPr/>
        </p:nvSpPr>
        <p:spPr>
          <a:xfrm>
            <a:off x="4640893" y="12552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5" name="Google Shape;929;p90">
            <a:extLst>
              <a:ext uri="{FF2B5EF4-FFF2-40B4-BE49-F238E27FC236}">
                <a16:creationId xmlns:a16="http://schemas.microsoft.com/office/drawing/2014/main" id="{DAD9FC9F-62BA-4747-AB39-F8CAF4CE9D63}"/>
              </a:ext>
            </a:extLst>
          </p:cNvPr>
          <p:cNvSpPr txBox="1"/>
          <p:nvPr/>
        </p:nvSpPr>
        <p:spPr>
          <a:xfrm>
            <a:off x="4640893" y="15309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" name="Google Shape;509;p54">
            <a:extLst>
              <a:ext uri="{FF2B5EF4-FFF2-40B4-BE49-F238E27FC236}">
                <a16:creationId xmlns:a16="http://schemas.microsoft.com/office/drawing/2014/main" id="{7F909DD6-1876-474A-81CA-4E497F1A6BCD}"/>
              </a:ext>
            </a:extLst>
          </p:cNvPr>
          <p:cNvSpPr/>
          <p:nvPr/>
        </p:nvSpPr>
        <p:spPr>
          <a:xfrm>
            <a:off x="6622353" y="1230186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7" name="Google Shape;508;p54">
            <a:extLst>
              <a:ext uri="{FF2B5EF4-FFF2-40B4-BE49-F238E27FC236}">
                <a16:creationId xmlns:a16="http://schemas.microsoft.com/office/drawing/2014/main" id="{97E14EF3-C6E6-FF4E-84CF-5C0286FF7018}"/>
              </a:ext>
            </a:extLst>
          </p:cNvPr>
          <p:cNvSpPr/>
          <p:nvPr/>
        </p:nvSpPr>
        <p:spPr>
          <a:xfrm>
            <a:off x="6772375" y="1354974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8" name="Google Shape;928;p90">
            <a:extLst>
              <a:ext uri="{FF2B5EF4-FFF2-40B4-BE49-F238E27FC236}">
                <a16:creationId xmlns:a16="http://schemas.microsoft.com/office/drawing/2014/main" id="{412CC6E6-20CD-3149-A48F-A5DF101320E6}"/>
              </a:ext>
            </a:extLst>
          </p:cNvPr>
          <p:cNvSpPr txBox="1"/>
          <p:nvPr/>
        </p:nvSpPr>
        <p:spPr>
          <a:xfrm>
            <a:off x="6691246" y="1581553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" name="Google Shape;929;p90">
            <a:extLst>
              <a:ext uri="{FF2B5EF4-FFF2-40B4-BE49-F238E27FC236}">
                <a16:creationId xmlns:a16="http://schemas.microsoft.com/office/drawing/2014/main" id="{85BB6605-92A0-8849-817A-8A0275F11F70}"/>
              </a:ext>
            </a:extLst>
          </p:cNvPr>
          <p:cNvSpPr txBox="1"/>
          <p:nvPr/>
        </p:nvSpPr>
        <p:spPr>
          <a:xfrm>
            <a:off x="6691246" y="1857246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0" name="Google Shape;509;p54">
            <a:extLst>
              <a:ext uri="{FF2B5EF4-FFF2-40B4-BE49-F238E27FC236}">
                <a16:creationId xmlns:a16="http://schemas.microsoft.com/office/drawing/2014/main" id="{3BCBCC89-0F54-F14E-BF32-61C1DE29D677}"/>
              </a:ext>
            </a:extLst>
          </p:cNvPr>
          <p:cNvSpPr/>
          <p:nvPr/>
        </p:nvSpPr>
        <p:spPr>
          <a:xfrm>
            <a:off x="469946" y="24723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1" name="Google Shape;508;p54">
            <a:extLst>
              <a:ext uri="{FF2B5EF4-FFF2-40B4-BE49-F238E27FC236}">
                <a16:creationId xmlns:a16="http://schemas.microsoft.com/office/drawing/2014/main" id="{C79E0253-4C94-8D45-9A7A-18BD6F1991D5}"/>
              </a:ext>
            </a:extLst>
          </p:cNvPr>
          <p:cNvSpPr/>
          <p:nvPr/>
        </p:nvSpPr>
        <p:spPr>
          <a:xfrm>
            <a:off x="619968" y="25971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2" name="Google Shape;928;p90">
            <a:extLst>
              <a:ext uri="{FF2B5EF4-FFF2-40B4-BE49-F238E27FC236}">
                <a16:creationId xmlns:a16="http://schemas.microsoft.com/office/drawing/2014/main" id="{391C6EAA-9AD2-DB4C-8B64-66C0FF8483AB}"/>
              </a:ext>
            </a:extLst>
          </p:cNvPr>
          <p:cNvSpPr txBox="1"/>
          <p:nvPr/>
        </p:nvSpPr>
        <p:spPr>
          <a:xfrm>
            <a:off x="538839" y="28237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3" name="Google Shape;929;p90">
            <a:extLst>
              <a:ext uri="{FF2B5EF4-FFF2-40B4-BE49-F238E27FC236}">
                <a16:creationId xmlns:a16="http://schemas.microsoft.com/office/drawing/2014/main" id="{85C96AE5-FC3F-0442-A2F5-7EE4F11CA6F6}"/>
              </a:ext>
            </a:extLst>
          </p:cNvPr>
          <p:cNvSpPr txBox="1"/>
          <p:nvPr/>
        </p:nvSpPr>
        <p:spPr>
          <a:xfrm>
            <a:off x="538839" y="30994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4" name="Google Shape;509;p54">
            <a:extLst>
              <a:ext uri="{FF2B5EF4-FFF2-40B4-BE49-F238E27FC236}">
                <a16:creationId xmlns:a16="http://schemas.microsoft.com/office/drawing/2014/main" id="{283FA499-9404-A542-997B-85FC050A5CCA}"/>
              </a:ext>
            </a:extLst>
          </p:cNvPr>
          <p:cNvSpPr/>
          <p:nvPr/>
        </p:nvSpPr>
        <p:spPr>
          <a:xfrm>
            <a:off x="2520299" y="2751105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5" name="Google Shape;508;p54">
            <a:extLst>
              <a:ext uri="{FF2B5EF4-FFF2-40B4-BE49-F238E27FC236}">
                <a16:creationId xmlns:a16="http://schemas.microsoft.com/office/drawing/2014/main" id="{D282C814-1130-D74F-BEB8-20C82EF73584}"/>
              </a:ext>
            </a:extLst>
          </p:cNvPr>
          <p:cNvSpPr/>
          <p:nvPr/>
        </p:nvSpPr>
        <p:spPr>
          <a:xfrm>
            <a:off x="2670321" y="287589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6" name="Google Shape;928;p90">
            <a:extLst>
              <a:ext uri="{FF2B5EF4-FFF2-40B4-BE49-F238E27FC236}">
                <a16:creationId xmlns:a16="http://schemas.microsoft.com/office/drawing/2014/main" id="{48E8D70D-B07F-DD41-8813-B3C0AA1F9D1D}"/>
              </a:ext>
            </a:extLst>
          </p:cNvPr>
          <p:cNvSpPr txBox="1"/>
          <p:nvPr/>
        </p:nvSpPr>
        <p:spPr>
          <a:xfrm>
            <a:off x="2589192" y="3102472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7" name="Google Shape;929;p90">
            <a:extLst>
              <a:ext uri="{FF2B5EF4-FFF2-40B4-BE49-F238E27FC236}">
                <a16:creationId xmlns:a16="http://schemas.microsoft.com/office/drawing/2014/main" id="{4119E4BF-6FE6-8846-BFA9-AF965CE4EF2F}"/>
              </a:ext>
            </a:extLst>
          </p:cNvPr>
          <p:cNvSpPr txBox="1"/>
          <p:nvPr/>
        </p:nvSpPr>
        <p:spPr>
          <a:xfrm>
            <a:off x="2589192" y="3378165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8" name="Google Shape;509;p54">
            <a:extLst>
              <a:ext uri="{FF2B5EF4-FFF2-40B4-BE49-F238E27FC236}">
                <a16:creationId xmlns:a16="http://schemas.microsoft.com/office/drawing/2014/main" id="{B2C36053-0F75-0A4C-812F-7FE51330B96D}"/>
              </a:ext>
            </a:extLst>
          </p:cNvPr>
          <p:cNvSpPr/>
          <p:nvPr/>
        </p:nvSpPr>
        <p:spPr>
          <a:xfrm>
            <a:off x="4570652" y="24723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9" name="Google Shape;508;p54">
            <a:extLst>
              <a:ext uri="{FF2B5EF4-FFF2-40B4-BE49-F238E27FC236}">
                <a16:creationId xmlns:a16="http://schemas.microsoft.com/office/drawing/2014/main" id="{1EC7D273-EFD2-7745-AF3E-62FEAB1CEDC9}"/>
              </a:ext>
            </a:extLst>
          </p:cNvPr>
          <p:cNvSpPr/>
          <p:nvPr/>
        </p:nvSpPr>
        <p:spPr>
          <a:xfrm>
            <a:off x="4720674" y="25971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0" name="Google Shape;928;p90">
            <a:extLst>
              <a:ext uri="{FF2B5EF4-FFF2-40B4-BE49-F238E27FC236}">
                <a16:creationId xmlns:a16="http://schemas.microsoft.com/office/drawing/2014/main" id="{4D7FDF78-C921-904F-A4A9-DD72270C46BC}"/>
              </a:ext>
            </a:extLst>
          </p:cNvPr>
          <p:cNvSpPr txBox="1"/>
          <p:nvPr/>
        </p:nvSpPr>
        <p:spPr>
          <a:xfrm>
            <a:off x="4639545" y="28237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1" name="Google Shape;929;p90">
            <a:extLst>
              <a:ext uri="{FF2B5EF4-FFF2-40B4-BE49-F238E27FC236}">
                <a16:creationId xmlns:a16="http://schemas.microsoft.com/office/drawing/2014/main" id="{D14944B4-1AD5-FC42-84DA-6C0611AFE07A}"/>
              </a:ext>
            </a:extLst>
          </p:cNvPr>
          <p:cNvSpPr txBox="1"/>
          <p:nvPr/>
        </p:nvSpPr>
        <p:spPr>
          <a:xfrm>
            <a:off x="4639545" y="30994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2" name="Google Shape;509;p54">
            <a:extLst>
              <a:ext uri="{FF2B5EF4-FFF2-40B4-BE49-F238E27FC236}">
                <a16:creationId xmlns:a16="http://schemas.microsoft.com/office/drawing/2014/main" id="{110A512C-631E-E14E-B2CD-B2B2D350A335}"/>
              </a:ext>
            </a:extLst>
          </p:cNvPr>
          <p:cNvSpPr/>
          <p:nvPr/>
        </p:nvSpPr>
        <p:spPr>
          <a:xfrm>
            <a:off x="6621005" y="2798686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3" name="Google Shape;508;p54">
            <a:extLst>
              <a:ext uri="{FF2B5EF4-FFF2-40B4-BE49-F238E27FC236}">
                <a16:creationId xmlns:a16="http://schemas.microsoft.com/office/drawing/2014/main" id="{0AD9C6B5-D352-4A42-BCD1-0907A1BF15C4}"/>
              </a:ext>
            </a:extLst>
          </p:cNvPr>
          <p:cNvSpPr/>
          <p:nvPr/>
        </p:nvSpPr>
        <p:spPr>
          <a:xfrm>
            <a:off x="6771027" y="2923474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4" name="Google Shape;928;p90">
            <a:extLst>
              <a:ext uri="{FF2B5EF4-FFF2-40B4-BE49-F238E27FC236}">
                <a16:creationId xmlns:a16="http://schemas.microsoft.com/office/drawing/2014/main" id="{31F54465-1183-8E40-94EB-33A070820A78}"/>
              </a:ext>
            </a:extLst>
          </p:cNvPr>
          <p:cNvSpPr txBox="1"/>
          <p:nvPr/>
        </p:nvSpPr>
        <p:spPr>
          <a:xfrm>
            <a:off x="6689898" y="3150053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5" name="Google Shape;929;p90">
            <a:extLst>
              <a:ext uri="{FF2B5EF4-FFF2-40B4-BE49-F238E27FC236}">
                <a16:creationId xmlns:a16="http://schemas.microsoft.com/office/drawing/2014/main" id="{8ACF2756-40D0-D647-AF6D-B947656380D3}"/>
              </a:ext>
            </a:extLst>
          </p:cNvPr>
          <p:cNvSpPr txBox="1"/>
          <p:nvPr/>
        </p:nvSpPr>
        <p:spPr>
          <a:xfrm>
            <a:off x="6689898" y="3425746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6235220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471294" y="9038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621316" y="10286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540187" y="12552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540187" y="15309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8" name="Google Shape;509;p54">
            <a:extLst>
              <a:ext uri="{FF2B5EF4-FFF2-40B4-BE49-F238E27FC236}">
                <a16:creationId xmlns:a16="http://schemas.microsoft.com/office/drawing/2014/main" id="{D0903921-E750-A946-BABE-AB50814BC07F}"/>
              </a:ext>
            </a:extLst>
          </p:cNvPr>
          <p:cNvSpPr/>
          <p:nvPr/>
        </p:nvSpPr>
        <p:spPr>
          <a:xfrm>
            <a:off x="2521647" y="1182605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9" name="Google Shape;508;p54">
            <a:extLst>
              <a:ext uri="{FF2B5EF4-FFF2-40B4-BE49-F238E27FC236}">
                <a16:creationId xmlns:a16="http://schemas.microsoft.com/office/drawing/2014/main" id="{7B8579BE-8AA4-D94A-BEAE-0DA8DC96671A}"/>
              </a:ext>
            </a:extLst>
          </p:cNvPr>
          <p:cNvSpPr/>
          <p:nvPr/>
        </p:nvSpPr>
        <p:spPr>
          <a:xfrm>
            <a:off x="2671669" y="130739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0" name="Google Shape;928;p90">
            <a:extLst>
              <a:ext uri="{FF2B5EF4-FFF2-40B4-BE49-F238E27FC236}">
                <a16:creationId xmlns:a16="http://schemas.microsoft.com/office/drawing/2014/main" id="{FD1B9559-1DB3-4E4E-9E54-2A60DA096689}"/>
              </a:ext>
            </a:extLst>
          </p:cNvPr>
          <p:cNvSpPr txBox="1"/>
          <p:nvPr/>
        </p:nvSpPr>
        <p:spPr>
          <a:xfrm>
            <a:off x="2590540" y="1533972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" name="Google Shape;929;p90">
            <a:extLst>
              <a:ext uri="{FF2B5EF4-FFF2-40B4-BE49-F238E27FC236}">
                <a16:creationId xmlns:a16="http://schemas.microsoft.com/office/drawing/2014/main" id="{CBC61279-92F7-BC40-A491-CAFA9EE36032}"/>
              </a:ext>
            </a:extLst>
          </p:cNvPr>
          <p:cNvSpPr txBox="1"/>
          <p:nvPr/>
        </p:nvSpPr>
        <p:spPr>
          <a:xfrm>
            <a:off x="2590540" y="1809665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2" name="Google Shape;509;p54">
            <a:extLst>
              <a:ext uri="{FF2B5EF4-FFF2-40B4-BE49-F238E27FC236}">
                <a16:creationId xmlns:a16="http://schemas.microsoft.com/office/drawing/2014/main" id="{85248D43-6B6D-7D4E-8BA3-A63313291B14}"/>
              </a:ext>
            </a:extLst>
          </p:cNvPr>
          <p:cNvSpPr/>
          <p:nvPr/>
        </p:nvSpPr>
        <p:spPr>
          <a:xfrm>
            <a:off x="4572000" y="9038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3" name="Google Shape;508;p54">
            <a:extLst>
              <a:ext uri="{FF2B5EF4-FFF2-40B4-BE49-F238E27FC236}">
                <a16:creationId xmlns:a16="http://schemas.microsoft.com/office/drawing/2014/main" id="{38ADD11D-6722-E247-99B1-50D52B8BD5CE}"/>
              </a:ext>
            </a:extLst>
          </p:cNvPr>
          <p:cNvSpPr/>
          <p:nvPr/>
        </p:nvSpPr>
        <p:spPr>
          <a:xfrm>
            <a:off x="4722022" y="10286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4" name="Google Shape;928;p90">
            <a:extLst>
              <a:ext uri="{FF2B5EF4-FFF2-40B4-BE49-F238E27FC236}">
                <a16:creationId xmlns:a16="http://schemas.microsoft.com/office/drawing/2014/main" id="{258ECA74-0DFB-6947-9241-306E97F6F7A7}"/>
              </a:ext>
            </a:extLst>
          </p:cNvPr>
          <p:cNvSpPr txBox="1"/>
          <p:nvPr/>
        </p:nvSpPr>
        <p:spPr>
          <a:xfrm>
            <a:off x="4640893" y="12552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5" name="Google Shape;929;p90">
            <a:extLst>
              <a:ext uri="{FF2B5EF4-FFF2-40B4-BE49-F238E27FC236}">
                <a16:creationId xmlns:a16="http://schemas.microsoft.com/office/drawing/2014/main" id="{DAD9FC9F-62BA-4747-AB39-F8CAF4CE9D63}"/>
              </a:ext>
            </a:extLst>
          </p:cNvPr>
          <p:cNvSpPr txBox="1"/>
          <p:nvPr/>
        </p:nvSpPr>
        <p:spPr>
          <a:xfrm>
            <a:off x="4640893" y="15309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" name="Google Shape;509;p54">
            <a:extLst>
              <a:ext uri="{FF2B5EF4-FFF2-40B4-BE49-F238E27FC236}">
                <a16:creationId xmlns:a16="http://schemas.microsoft.com/office/drawing/2014/main" id="{7F909DD6-1876-474A-81CA-4E497F1A6BCD}"/>
              </a:ext>
            </a:extLst>
          </p:cNvPr>
          <p:cNvSpPr/>
          <p:nvPr/>
        </p:nvSpPr>
        <p:spPr>
          <a:xfrm>
            <a:off x="6622353" y="1230186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7" name="Google Shape;508;p54">
            <a:extLst>
              <a:ext uri="{FF2B5EF4-FFF2-40B4-BE49-F238E27FC236}">
                <a16:creationId xmlns:a16="http://schemas.microsoft.com/office/drawing/2014/main" id="{97E14EF3-C6E6-FF4E-84CF-5C0286FF7018}"/>
              </a:ext>
            </a:extLst>
          </p:cNvPr>
          <p:cNvSpPr/>
          <p:nvPr/>
        </p:nvSpPr>
        <p:spPr>
          <a:xfrm>
            <a:off x="6772375" y="1354974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8" name="Google Shape;928;p90">
            <a:extLst>
              <a:ext uri="{FF2B5EF4-FFF2-40B4-BE49-F238E27FC236}">
                <a16:creationId xmlns:a16="http://schemas.microsoft.com/office/drawing/2014/main" id="{412CC6E6-20CD-3149-A48F-A5DF101320E6}"/>
              </a:ext>
            </a:extLst>
          </p:cNvPr>
          <p:cNvSpPr txBox="1"/>
          <p:nvPr/>
        </p:nvSpPr>
        <p:spPr>
          <a:xfrm>
            <a:off x="6691246" y="1581553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" name="Google Shape;929;p90">
            <a:extLst>
              <a:ext uri="{FF2B5EF4-FFF2-40B4-BE49-F238E27FC236}">
                <a16:creationId xmlns:a16="http://schemas.microsoft.com/office/drawing/2014/main" id="{85BB6605-92A0-8849-817A-8A0275F11F70}"/>
              </a:ext>
            </a:extLst>
          </p:cNvPr>
          <p:cNvSpPr txBox="1"/>
          <p:nvPr/>
        </p:nvSpPr>
        <p:spPr>
          <a:xfrm>
            <a:off x="6691246" y="1857246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0" name="Google Shape;509;p54">
            <a:extLst>
              <a:ext uri="{FF2B5EF4-FFF2-40B4-BE49-F238E27FC236}">
                <a16:creationId xmlns:a16="http://schemas.microsoft.com/office/drawing/2014/main" id="{3BCBCC89-0F54-F14E-BF32-61C1DE29D677}"/>
              </a:ext>
            </a:extLst>
          </p:cNvPr>
          <p:cNvSpPr/>
          <p:nvPr/>
        </p:nvSpPr>
        <p:spPr>
          <a:xfrm>
            <a:off x="469946" y="24723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1" name="Google Shape;508;p54">
            <a:extLst>
              <a:ext uri="{FF2B5EF4-FFF2-40B4-BE49-F238E27FC236}">
                <a16:creationId xmlns:a16="http://schemas.microsoft.com/office/drawing/2014/main" id="{C79E0253-4C94-8D45-9A7A-18BD6F1991D5}"/>
              </a:ext>
            </a:extLst>
          </p:cNvPr>
          <p:cNvSpPr/>
          <p:nvPr/>
        </p:nvSpPr>
        <p:spPr>
          <a:xfrm>
            <a:off x="619968" y="25971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2" name="Google Shape;928;p90">
            <a:extLst>
              <a:ext uri="{FF2B5EF4-FFF2-40B4-BE49-F238E27FC236}">
                <a16:creationId xmlns:a16="http://schemas.microsoft.com/office/drawing/2014/main" id="{391C6EAA-9AD2-DB4C-8B64-66C0FF8483AB}"/>
              </a:ext>
            </a:extLst>
          </p:cNvPr>
          <p:cNvSpPr txBox="1"/>
          <p:nvPr/>
        </p:nvSpPr>
        <p:spPr>
          <a:xfrm>
            <a:off x="538839" y="28237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3" name="Google Shape;929;p90">
            <a:extLst>
              <a:ext uri="{FF2B5EF4-FFF2-40B4-BE49-F238E27FC236}">
                <a16:creationId xmlns:a16="http://schemas.microsoft.com/office/drawing/2014/main" id="{85C96AE5-FC3F-0442-A2F5-7EE4F11CA6F6}"/>
              </a:ext>
            </a:extLst>
          </p:cNvPr>
          <p:cNvSpPr txBox="1"/>
          <p:nvPr/>
        </p:nvSpPr>
        <p:spPr>
          <a:xfrm>
            <a:off x="538839" y="30994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4" name="Google Shape;509;p54">
            <a:extLst>
              <a:ext uri="{FF2B5EF4-FFF2-40B4-BE49-F238E27FC236}">
                <a16:creationId xmlns:a16="http://schemas.microsoft.com/office/drawing/2014/main" id="{283FA499-9404-A542-997B-85FC050A5CCA}"/>
              </a:ext>
            </a:extLst>
          </p:cNvPr>
          <p:cNvSpPr/>
          <p:nvPr/>
        </p:nvSpPr>
        <p:spPr>
          <a:xfrm>
            <a:off x="2520299" y="2751105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5" name="Google Shape;508;p54">
            <a:extLst>
              <a:ext uri="{FF2B5EF4-FFF2-40B4-BE49-F238E27FC236}">
                <a16:creationId xmlns:a16="http://schemas.microsoft.com/office/drawing/2014/main" id="{D282C814-1130-D74F-BEB8-20C82EF73584}"/>
              </a:ext>
            </a:extLst>
          </p:cNvPr>
          <p:cNvSpPr/>
          <p:nvPr/>
        </p:nvSpPr>
        <p:spPr>
          <a:xfrm>
            <a:off x="2670321" y="287589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6" name="Google Shape;928;p90">
            <a:extLst>
              <a:ext uri="{FF2B5EF4-FFF2-40B4-BE49-F238E27FC236}">
                <a16:creationId xmlns:a16="http://schemas.microsoft.com/office/drawing/2014/main" id="{48E8D70D-B07F-DD41-8813-B3C0AA1F9D1D}"/>
              </a:ext>
            </a:extLst>
          </p:cNvPr>
          <p:cNvSpPr txBox="1"/>
          <p:nvPr/>
        </p:nvSpPr>
        <p:spPr>
          <a:xfrm>
            <a:off x="2589192" y="3102472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7" name="Google Shape;929;p90">
            <a:extLst>
              <a:ext uri="{FF2B5EF4-FFF2-40B4-BE49-F238E27FC236}">
                <a16:creationId xmlns:a16="http://schemas.microsoft.com/office/drawing/2014/main" id="{4119E4BF-6FE6-8846-BFA9-AF965CE4EF2F}"/>
              </a:ext>
            </a:extLst>
          </p:cNvPr>
          <p:cNvSpPr txBox="1"/>
          <p:nvPr/>
        </p:nvSpPr>
        <p:spPr>
          <a:xfrm>
            <a:off x="2589192" y="3378165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8" name="Google Shape;509;p54">
            <a:extLst>
              <a:ext uri="{FF2B5EF4-FFF2-40B4-BE49-F238E27FC236}">
                <a16:creationId xmlns:a16="http://schemas.microsoft.com/office/drawing/2014/main" id="{B2C36053-0F75-0A4C-812F-7FE51330B96D}"/>
              </a:ext>
            </a:extLst>
          </p:cNvPr>
          <p:cNvSpPr/>
          <p:nvPr/>
        </p:nvSpPr>
        <p:spPr>
          <a:xfrm>
            <a:off x="4570652" y="24723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9" name="Google Shape;508;p54">
            <a:extLst>
              <a:ext uri="{FF2B5EF4-FFF2-40B4-BE49-F238E27FC236}">
                <a16:creationId xmlns:a16="http://schemas.microsoft.com/office/drawing/2014/main" id="{1EC7D273-EFD2-7745-AF3E-62FEAB1CEDC9}"/>
              </a:ext>
            </a:extLst>
          </p:cNvPr>
          <p:cNvSpPr/>
          <p:nvPr/>
        </p:nvSpPr>
        <p:spPr>
          <a:xfrm>
            <a:off x="4720674" y="25971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0" name="Google Shape;928;p90">
            <a:extLst>
              <a:ext uri="{FF2B5EF4-FFF2-40B4-BE49-F238E27FC236}">
                <a16:creationId xmlns:a16="http://schemas.microsoft.com/office/drawing/2014/main" id="{4D7FDF78-C921-904F-A4A9-DD72270C46BC}"/>
              </a:ext>
            </a:extLst>
          </p:cNvPr>
          <p:cNvSpPr txBox="1"/>
          <p:nvPr/>
        </p:nvSpPr>
        <p:spPr>
          <a:xfrm>
            <a:off x="4639545" y="28237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1" name="Google Shape;929;p90">
            <a:extLst>
              <a:ext uri="{FF2B5EF4-FFF2-40B4-BE49-F238E27FC236}">
                <a16:creationId xmlns:a16="http://schemas.microsoft.com/office/drawing/2014/main" id="{D14944B4-1AD5-FC42-84DA-6C0611AFE07A}"/>
              </a:ext>
            </a:extLst>
          </p:cNvPr>
          <p:cNvSpPr txBox="1"/>
          <p:nvPr/>
        </p:nvSpPr>
        <p:spPr>
          <a:xfrm>
            <a:off x="4639545" y="30994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2" name="Google Shape;509;p54">
            <a:extLst>
              <a:ext uri="{FF2B5EF4-FFF2-40B4-BE49-F238E27FC236}">
                <a16:creationId xmlns:a16="http://schemas.microsoft.com/office/drawing/2014/main" id="{110A512C-631E-E14E-B2CD-B2B2D350A335}"/>
              </a:ext>
            </a:extLst>
          </p:cNvPr>
          <p:cNvSpPr/>
          <p:nvPr/>
        </p:nvSpPr>
        <p:spPr>
          <a:xfrm>
            <a:off x="6621005" y="2798686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3" name="Google Shape;508;p54">
            <a:extLst>
              <a:ext uri="{FF2B5EF4-FFF2-40B4-BE49-F238E27FC236}">
                <a16:creationId xmlns:a16="http://schemas.microsoft.com/office/drawing/2014/main" id="{0AD9C6B5-D352-4A42-BCD1-0907A1BF15C4}"/>
              </a:ext>
            </a:extLst>
          </p:cNvPr>
          <p:cNvSpPr/>
          <p:nvPr/>
        </p:nvSpPr>
        <p:spPr>
          <a:xfrm>
            <a:off x="6771027" y="2923474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4" name="Google Shape;928;p90">
            <a:extLst>
              <a:ext uri="{FF2B5EF4-FFF2-40B4-BE49-F238E27FC236}">
                <a16:creationId xmlns:a16="http://schemas.microsoft.com/office/drawing/2014/main" id="{31F54465-1183-8E40-94EB-33A070820A78}"/>
              </a:ext>
            </a:extLst>
          </p:cNvPr>
          <p:cNvSpPr txBox="1"/>
          <p:nvPr/>
        </p:nvSpPr>
        <p:spPr>
          <a:xfrm>
            <a:off x="6689898" y="3150053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5" name="Google Shape;929;p90">
            <a:extLst>
              <a:ext uri="{FF2B5EF4-FFF2-40B4-BE49-F238E27FC236}">
                <a16:creationId xmlns:a16="http://schemas.microsoft.com/office/drawing/2014/main" id="{8ACF2756-40D0-D647-AF6D-B947656380D3}"/>
              </a:ext>
            </a:extLst>
          </p:cNvPr>
          <p:cNvSpPr txBox="1"/>
          <p:nvPr/>
        </p:nvSpPr>
        <p:spPr>
          <a:xfrm>
            <a:off x="6689898" y="3425746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4295223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1790295" y="449263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4758116" y="589235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1841172" y="507683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1841172" y="783377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0" name="Google Shape;509;p54">
            <a:extLst>
              <a:ext uri="{FF2B5EF4-FFF2-40B4-BE49-F238E27FC236}">
                <a16:creationId xmlns:a16="http://schemas.microsoft.com/office/drawing/2014/main" id="{23580843-12DF-0F40-9227-300CB5609BE8}"/>
              </a:ext>
            </a:extLst>
          </p:cNvPr>
          <p:cNvSpPr/>
          <p:nvPr/>
        </p:nvSpPr>
        <p:spPr>
          <a:xfrm>
            <a:off x="5268288" y="449263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1" name="Google Shape;508;p54">
            <a:extLst>
              <a:ext uri="{FF2B5EF4-FFF2-40B4-BE49-F238E27FC236}">
                <a16:creationId xmlns:a16="http://schemas.microsoft.com/office/drawing/2014/main" id="{AF779382-A696-9846-9A6A-C6F2925557D4}"/>
              </a:ext>
            </a:extLst>
          </p:cNvPr>
          <p:cNvSpPr/>
          <p:nvPr/>
        </p:nvSpPr>
        <p:spPr>
          <a:xfrm>
            <a:off x="8236109" y="589235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52" name="Google Shape;928;p90">
            <a:extLst>
              <a:ext uri="{FF2B5EF4-FFF2-40B4-BE49-F238E27FC236}">
                <a16:creationId xmlns:a16="http://schemas.microsoft.com/office/drawing/2014/main" id="{93933BAA-18C0-B745-9835-3B373152DCF2}"/>
              </a:ext>
            </a:extLst>
          </p:cNvPr>
          <p:cNvSpPr txBox="1"/>
          <p:nvPr/>
        </p:nvSpPr>
        <p:spPr>
          <a:xfrm>
            <a:off x="5319165" y="507683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3" name="Google Shape;929;p90">
            <a:extLst>
              <a:ext uri="{FF2B5EF4-FFF2-40B4-BE49-F238E27FC236}">
                <a16:creationId xmlns:a16="http://schemas.microsoft.com/office/drawing/2014/main" id="{82E5A959-FFD9-7D48-9DD1-091EEAAF7685}"/>
              </a:ext>
            </a:extLst>
          </p:cNvPr>
          <p:cNvSpPr txBox="1"/>
          <p:nvPr/>
        </p:nvSpPr>
        <p:spPr>
          <a:xfrm>
            <a:off x="5319165" y="783377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4" name="Google Shape;509;p54">
            <a:extLst>
              <a:ext uri="{FF2B5EF4-FFF2-40B4-BE49-F238E27FC236}">
                <a16:creationId xmlns:a16="http://schemas.microsoft.com/office/drawing/2014/main" id="{5226DB75-0C8A-2847-9A05-83DCE56C80F4}"/>
              </a:ext>
            </a:extLst>
          </p:cNvPr>
          <p:cNvSpPr/>
          <p:nvPr/>
        </p:nvSpPr>
        <p:spPr>
          <a:xfrm>
            <a:off x="1790295" y="1468859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5" name="Google Shape;508;p54">
            <a:extLst>
              <a:ext uri="{FF2B5EF4-FFF2-40B4-BE49-F238E27FC236}">
                <a16:creationId xmlns:a16="http://schemas.microsoft.com/office/drawing/2014/main" id="{8F75A3BC-3754-7D41-8EBB-6267102DFEF5}"/>
              </a:ext>
            </a:extLst>
          </p:cNvPr>
          <p:cNvSpPr/>
          <p:nvPr/>
        </p:nvSpPr>
        <p:spPr>
          <a:xfrm>
            <a:off x="4758116" y="1608831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56" name="Google Shape;928;p90">
            <a:extLst>
              <a:ext uri="{FF2B5EF4-FFF2-40B4-BE49-F238E27FC236}">
                <a16:creationId xmlns:a16="http://schemas.microsoft.com/office/drawing/2014/main" id="{DAF73DA1-E9E8-4642-A027-808462677A69}"/>
              </a:ext>
            </a:extLst>
          </p:cNvPr>
          <p:cNvSpPr txBox="1"/>
          <p:nvPr/>
        </p:nvSpPr>
        <p:spPr>
          <a:xfrm>
            <a:off x="1841172" y="1527279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7" name="Google Shape;929;p90">
            <a:extLst>
              <a:ext uri="{FF2B5EF4-FFF2-40B4-BE49-F238E27FC236}">
                <a16:creationId xmlns:a16="http://schemas.microsoft.com/office/drawing/2014/main" id="{D8928A12-9A61-0441-9278-0DB10937E657}"/>
              </a:ext>
            </a:extLst>
          </p:cNvPr>
          <p:cNvSpPr txBox="1"/>
          <p:nvPr/>
        </p:nvSpPr>
        <p:spPr>
          <a:xfrm>
            <a:off x="1841172" y="1802973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8" name="Google Shape;509;p54">
            <a:extLst>
              <a:ext uri="{FF2B5EF4-FFF2-40B4-BE49-F238E27FC236}">
                <a16:creationId xmlns:a16="http://schemas.microsoft.com/office/drawing/2014/main" id="{0496D113-7C20-6F4B-B7AF-0D514F33E4C3}"/>
              </a:ext>
            </a:extLst>
          </p:cNvPr>
          <p:cNvSpPr/>
          <p:nvPr/>
        </p:nvSpPr>
        <p:spPr>
          <a:xfrm>
            <a:off x="5268288" y="1468859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9" name="Google Shape;928;p90">
            <a:extLst>
              <a:ext uri="{FF2B5EF4-FFF2-40B4-BE49-F238E27FC236}">
                <a16:creationId xmlns:a16="http://schemas.microsoft.com/office/drawing/2014/main" id="{92448904-BB5F-E84A-B76A-2256BC454A56}"/>
              </a:ext>
            </a:extLst>
          </p:cNvPr>
          <p:cNvSpPr txBox="1"/>
          <p:nvPr/>
        </p:nvSpPr>
        <p:spPr>
          <a:xfrm>
            <a:off x="5319165" y="1527279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0" name="Google Shape;929;p90">
            <a:extLst>
              <a:ext uri="{FF2B5EF4-FFF2-40B4-BE49-F238E27FC236}">
                <a16:creationId xmlns:a16="http://schemas.microsoft.com/office/drawing/2014/main" id="{26608A15-4E8A-9945-A436-BFA04E02AB68}"/>
              </a:ext>
            </a:extLst>
          </p:cNvPr>
          <p:cNvSpPr txBox="1"/>
          <p:nvPr/>
        </p:nvSpPr>
        <p:spPr>
          <a:xfrm>
            <a:off x="5319165" y="1802973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1" name="Google Shape;509;p54">
            <a:extLst>
              <a:ext uri="{FF2B5EF4-FFF2-40B4-BE49-F238E27FC236}">
                <a16:creationId xmlns:a16="http://schemas.microsoft.com/office/drawing/2014/main" id="{05F98E54-ED88-2B4B-A033-DC65EB21ABE0}"/>
              </a:ext>
            </a:extLst>
          </p:cNvPr>
          <p:cNvSpPr/>
          <p:nvPr/>
        </p:nvSpPr>
        <p:spPr>
          <a:xfrm>
            <a:off x="1790295" y="2488455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62" name="Google Shape;508;p54">
            <a:extLst>
              <a:ext uri="{FF2B5EF4-FFF2-40B4-BE49-F238E27FC236}">
                <a16:creationId xmlns:a16="http://schemas.microsoft.com/office/drawing/2014/main" id="{C2FEE35E-3A8B-DA46-9E86-F913CFA51C42}"/>
              </a:ext>
            </a:extLst>
          </p:cNvPr>
          <p:cNvSpPr/>
          <p:nvPr/>
        </p:nvSpPr>
        <p:spPr>
          <a:xfrm>
            <a:off x="4758116" y="2628427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63" name="Google Shape;928;p90">
            <a:extLst>
              <a:ext uri="{FF2B5EF4-FFF2-40B4-BE49-F238E27FC236}">
                <a16:creationId xmlns:a16="http://schemas.microsoft.com/office/drawing/2014/main" id="{0169513C-65F0-7347-B6EF-6ADA340D003C}"/>
              </a:ext>
            </a:extLst>
          </p:cNvPr>
          <p:cNvSpPr txBox="1"/>
          <p:nvPr/>
        </p:nvSpPr>
        <p:spPr>
          <a:xfrm>
            <a:off x="1841172" y="2546875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пять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4" name="Google Shape;929;p90">
            <a:extLst>
              <a:ext uri="{FF2B5EF4-FFF2-40B4-BE49-F238E27FC236}">
                <a16:creationId xmlns:a16="http://schemas.microsoft.com/office/drawing/2014/main" id="{7DB35E82-F7B7-AA4B-BBE0-11AA2A81FCE9}"/>
              </a:ext>
            </a:extLst>
          </p:cNvPr>
          <p:cNvSpPr txBox="1"/>
          <p:nvPr/>
        </p:nvSpPr>
        <p:spPr>
          <a:xfrm>
            <a:off x="1841172" y="2822569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5" name="Google Shape;509;p54">
            <a:extLst>
              <a:ext uri="{FF2B5EF4-FFF2-40B4-BE49-F238E27FC236}">
                <a16:creationId xmlns:a16="http://schemas.microsoft.com/office/drawing/2014/main" id="{AAF88802-AA69-5744-963D-8C594150DA91}"/>
              </a:ext>
            </a:extLst>
          </p:cNvPr>
          <p:cNvSpPr/>
          <p:nvPr/>
        </p:nvSpPr>
        <p:spPr>
          <a:xfrm>
            <a:off x="5268288" y="2488455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66" name="Google Shape;928;p90">
            <a:extLst>
              <a:ext uri="{FF2B5EF4-FFF2-40B4-BE49-F238E27FC236}">
                <a16:creationId xmlns:a16="http://schemas.microsoft.com/office/drawing/2014/main" id="{A0476C54-2630-0047-A64F-3C2AB29C1C69}"/>
              </a:ext>
            </a:extLst>
          </p:cNvPr>
          <p:cNvSpPr txBox="1"/>
          <p:nvPr/>
        </p:nvSpPr>
        <p:spPr>
          <a:xfrm>
            <a:off x="5319165" y="2546875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шесть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7" name="Google Shape;929;p90">
            <a:extLst>
              <a:ext uri="{FF2B5EF4-FFF2-40B4-BE49-F238E27FC236}">
                <a16:creationId xmlns:a16="http://schemas.microsoft.com/office/drawing/2014/main" id="{D7B50B8E-9D64-D140-B316-852EF840EDB7}"/>
              </a:ext>
            </a:extLst>
          </p:cNvPr>
          <p:cNvSpPr txBox="1"/>
          <p:nvPr/>
        </p:nvSpPr>
        <p:spPr>
          <a:xfrm>
            <a:off x="5319165" y="2822569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8" name="Google Shape;508;p54">
            <a:extLst>
              <a:ext uri="{FF2B5EF4-FFF2-40B4-BE49-F238E27FC236}">
                <a16:creationId xmlns:a16="http://schemas.microsoft.com/office/drawing/2014/main" id="{F9FA0487-CE0C-7248-899D-E699815C123F}"/>
              </a:ext>
            </a:extLst>
          </p:cNvPr>
          <p:cNvSpPr/>
          <p:nvPr/>
        </p:nvSpPr>
        <p:spPr>
          <a:xfrm>
            <a:off x="8156116" y="1608831"/>
            <a:ext cx="50256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69" name="Google Shape;508;p54">
            <a:extLst>
              <a:ext uri="{FF2B5EF4-FFF2-40B4-BE49-F238E27FC236}">
                <a16:creationId xmlns:a16="http://schemas.microsoft.com/office/drawing/2014/main" id="{7390A279-51D6-A643-91D7-37180B8232E0}"/>
              </a:ext>
            </a:extLst>
          </p:cNvPr>
          <p:cNvSpPr/>
          <p:nvPr/>
        </p:nvSpPr>
        <p:spPr>
          <a:xfrm>
            <a:off x="8156355" y="2602700"/>
            <a:ext cx="501062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06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9798665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1790295" y="449263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4758116" y="589235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1841172" y="507683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1841172" y="783377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0" name="Google Shape;509;p54">
            <a:extLst>
              <a:ext uri="{FF2B5EF4-FFF2-40B4-BE49-F238E27FC236}">
                <a16:creationId xmlns:a16="http://schemas.microsoft.com/office/drawing/2014/main" id="{23580843-12DF-0F40-9227-300CB5609BE8}"/>
              </a:ext>
            </a:extLst>
          </p:cNvPr>
          <p:cNvSpPr/>
          <p:nvPr/>
        </p:nvSpPr>
        <p:spPr>
          <a:xfrm>
            <a:off x="5268288" y="449263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1" name="Google Shape;508;p54">
            <a:extLst>
              <a:ext uri="{FF2B5EF4-FFF2-40B4-BE49-F238E27FC236}">
                <a16:creationId xmlns:a16="http://schemas.microsoft.com/office/drawing/2014/main" id="{AF779382-A696-9846-9A6A-C6F2925557D4}"/>
              </a:ext>
            </a:extLst>
          </p:cNvPr>
          <p:cNvSpPr/>
          <p:nvPr/>
        </p:nvSpPr>
        <p:spPr>
          <a:xfrm>
            <a:off x="8236109" y="589235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52" name="Google Shape;928;p90">
            <a:extLst>
              <a:ext uri="{FF2B5EF4-FFF2-40B4-BE49-F238E27FC236}">
                <a16:creationId xmlns:a16="http://schemas.microsoft.com/office/drawing/2014/main" id="{93933BAA-18C0-B745-9835-3B373152DCF2}"/>
              </a:ext>
            </a:extLst>
          </p:cNvPr>
          <p:cNvSpPr txBox="1"/>
          <p:nvPr/>
        </p:nvSpPr>
        <p:spPr>
          <a:xfrm>
            <a:off x="5319165" y="507683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3" name="Google Shape;929;p90">
            <a:extLst>
              <a:ext uri="{FF2B5EF4-FFF2-40B4-BE49-F238E27FC236}">
                <a16:creationId xmlns:a16="http://schemas.microsoft.com/office/drawing/2014/main" id="{82E5A959-FFD9-7D48-9DD1-091EEAAF7685}"/>
              </a:ext>
            </a:extLst>
          </p:cNvPr>
          <p:cNvSpPr txBox="1"/>
          <p:nvPr/>
        </p:nvSpPr>
        <p:spPr>
          <a:xfrm>
            <a:off x="5319165" y="783377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4" name="Google Shape;509;p54">
            <a:extLst>
              <a:ext uri="{FF2B5EF4-FFF2-40B4-BE49-F238E27FC236}">
                <a16:creationId xmlns:a16="http://schemas.microsoft.com/office/drawing/2014/main" id="{5226DB75-0C8A-2847-9A05-83DCE56C80F4}"/>
              </a:ext>
            </a:extLst>
          </p:cNvPr>
          <p:cNvSpPr/>
          <p:nvPr/>
        </p:nvSpPr>
        <p:spPr>
          <a:xfrm>
            <a:off x="1790295" y="1468859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5" name="Google Shape;508;p54">
            <a:extLst>
              <a:ext uri="{FF2B5EF4-FFF2-40B4-BE49-F238E27FC236}">
                <a16:creationId xmlns:a16="http://schemas.microsoft.com/office/drawing/2014/main" id="{8F75A3BC-3754-7D41-8EBB-6267102DFEF5}"/>
              </a:ext>
            </a:extLst>
          </p:cNvPr>
          <p:cNvSpPr/>
          <p:nvPr/>
        </p:nvSpPr>
        <p:spPr>
          <a:xfrm>
            <a:off x="4758116" y="1608831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9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56" name="Google Shape;928;p90">
            <a:extLst>
              <a:ext uri="{FF2B5EF4-FFF2-40B4-BE49-F238E27FC236}">
                <a16:creationId xmlns:a16="http://schemas.microsoft.com/office/drawing/2014/main" id="{DAF73DA1-E9E8-4642-A027-808462677A69}"/>
              </a:ext>
            </a:extLst>
          </p:cNvPr>
          <p:cNvSpPr txBox="1"/>
          <p:nvPr/>
        </p:nvSpPr>
        <p:spPr>
          <a:xfrm>
            <a:off x="1841172" y="1527279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7" name="Google Shape;929;p90">
            <a:extLst>
              <a:ext uri="{FF2B5EF4-FFF2-40B4-BE49-F238E27FC236}">
                <a16:creationId xmlns:a16="http://schemas.microsoft.com/office/drawing/2014/main" id="{D8928A12-9A61-0441-9278-0DB10937E657}"/>
              </a:ext>
            </a:extLst>
          </p:cNvPr>
          <p:cNvSpPr txBox="1"/>
          <p:nvPr/>
        </p:nvSpPr>
        <p:spPr>
          <a:xfrm>
            <a:off x="1841172" y="1802973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8" name="Google Shape;509;p54">
            <a:extLst>
              <a:ext uri="{FF2B5EF4-FFF2-40B4-BE49-F238E27FC236}">
                <a16:creationId xmlns:a16="http://schemas.microsoft.com/office/drawing/2014/main" id="{0496D113-7C20-6F4B-B7AF-0D514F33E4C3}"/>
              </a:ext>
            </a:extLst>
          </p:cNvPr>
          <p:cNvSpPr/>
          <p:nvPr/>
        </p:nvSpPr>
        <p:spPr>
          <a:xfrm>
            <a:off x="5268288" y="1468859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9" name="Google Shape;928;p90">
            <a:extLst>
              <a:ext uri="{FF2B5EF4-FFF2-40B4-BE49-F238E27FC236}">
                <a16:creationId xmlns:a16="http://schemas.microsoft.com/office/drawing/2014/main" id="{92448904-BB5F-E84A-B76A-2256BC454A56}"/>
              </a:ext>
            </a:extLst>
          </p:cNvPr>
          <p:cNvSpPr txBox="1"/>
          <p:nvPr/>
        </p:nvSpPr>
        <p:spPr>
          <a:xfrm>
            <a:off x="5319165" y="1527279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0" name="Google Shape;929;p90">
            <a:extLst>
              <a:ext uri="{FF2B5EF4-FFF2-40B4-BE49-F238E27FC236}">
                <a16:creationId xmlns:a16="http://schemas.microsoft.com/office/drawing/2014/main" id="{26608A15-4E8A-9945-A436-BFA04E02AB68}"/>
              </a:ext>
            </a:extLst>
          </p:cNvPr>
          <p:cNvSpPr txBox="1"/>
          <p:nvPr/>
        </p:nvSpPr>
        <p:spPr>
          <a:xfrm>
            <a:off x="5319165" y="1802973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1" name="Google Shape;509;p54">
            <a:extLst>
              <a:ext uri="{FF2B5EF4-FFF2-40B4-BE49-F238E27FC236}">
                <a16:creationId xmlns:a16="http://schemas.microsoft.com/office/drawing/2014/main" id="{05F98E54-ED88-2B4B-A033-DC65EB21ABE0}"/>
              </a:ext>
            </a:extLst>
          </p:cNvPr>
          <p:cNvSpPr/>
          <p:nvPr/>
        </p:nvSpPr>
        <p:spPr>
          <a:xfrm>
            <a:off x="1790295" y="2488455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62" name="Google Shape;508;p54">
            <a:extLst>
              <a:ext uri="{FF2B5EF4-FFF2-40B4-BE49-F238E27FC236}">
                <a16:creationId xmlns:a16="http://schemas.microsoft.com/office/drawing/2014/main" id="{C2FEE35E-3A8B-DA46-9E86-F913CFA51C42}"/>
              </a:ext>
            </a:extLst>
          </p:cNvPr>
          <p:cNvSpPr/>
          <p:nvPr/>
        </p:nvSpPr>
        <p:spPr>
          <a:xfrm>
            <a:off x="4758116" y="2628427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9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63" name="Google Shape;928;p90">
            <a:extLst>
              <a:ext uri="{FF2B5EF4-FFF2-40B4-BE49-F238E27FC236}">
                <a16:creationId xmlns:a16="http://schemas.microsoft.com/office/drawing/2014/main" id="{0169513C-65F0-7347-B6EF-6ADA340D003C}"/>
              </a:ext>
            </a:extLst>
          </p:cNvPr>
          <p:cNvSpPr txBox="1"/>
          <p:nvPr/>
        </p:nvSpPr>
        <p:spPr>
          <a:xfrm>
            <a:off x="1841172" y="2546875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пять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4" name="Google Shape;929;p90">
            <a:extLst>
              <a:ext uri="{FF2B5EF4-FFF2-40B4-BE49-F238E27FC236}">
                <a16:creationId xmlns:a16="http://schemas.microsoft.com/office/drawing/2014/main" id="{7DB35E82-F7B7-AA4B-BBE0-11AA2A81FCE9}"/>
              </a:ext>
            </a:extLst>
          </p:cNvPr>
          <p:cNvSpPr txBox="1"/>
          <p:nvPr/>
        </p:nvSpPr>
        <p:spPr>
          <a:xfrm>
            <a:off x="1841172" y="2822569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5" name="Google Shape;509;p54">
            <a:extLst>
              <a:ext uri="{FF2B5EF4-FFF2-40B4-BE49-F238E27FC236}">
                <a16:creationId xmlns:a16="http://schemas.microsoft.com/office/drawing/2014/main" id="{AAF88802-AA69-5744-963D-8C594150DA91}"/>
              </a:ext>
            </a:extLst>
          </p:cNvPr>
          <p:cNvSpPr/>
          <p:nvPr/>
        </p:nvSpPr>
        <p:spPr>
          <a:xfrm>
            <a:off x="5268288" y="2488455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66" name="Google Shape;928;p90">
            <a:extLst>
              <a:ext uri="{FF2B5EF4-FFF2-40B4-BE49-F238E27FC236}">
                <a16:creationId xmlns:a16="http://schemas.microsoft.com/office/drawing/2014/main" id="{A0476C54-2630-0047-A64F-3C2AB29C1C69}"/>
              </a:ext>
            </a:extLst>
          </p:cNvPr>
          <p:cNvSpPr txBox="1"/>
          <p:nvPr/>
        </p:nvSpPr>
        <p:spPr>
          <a:xfrm>
            <a:off x="5319165" y="2546875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шесть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7" name="Google Shape;929;p90">
            <a:extLst>
              <a:ext uri="{FF2B5EF4-FFF2-40B4-BE49-F238E27FC236}">
                <a16:creationId xmlns:a16="http://schemas.microsoft.com/office/drawing/2014/main" id="{D7B50B8E-9D64-D140-B316-852EF840EDB7}"/>
              </a:ext>
            </a:extLst>
          </p:cNvPr>
          <p:cNvSpPr txBox="1"/>
          <p:nvPr/>
        </p:nvSpPr>
        <p:spPr>
          <a:xfrm>
            <a:off x="5319165" y="2822569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8" name="Google Shape;508;p54">
            <a:extLst>
              <a:ext uri="{FF2B5EF4-FFF2-40B4-BE49-F238E27FC236}">
                <a16:creationId xmlns:a16="http://schemas.microsoft.com/office/drawing/2014/main" id="{F9FA0487-CE0C-7248-899D-E699815C123F}"/>
              </a:ext>
            </a:extLst>
          </p:cNvPr>
          <p:cNvSpPr/>
          <p:nvPr/>
        </p:nvSpPr>
        <p:spPr>
          <a:xfrm>
            <a:off x="8156116" y="1608831"/>
            <a:ext cx="50256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9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69" name="Google Shape;508;p54">
            <a:extLst>
              <a:ext uri="{FF2B5EF4-FFF2-40B4-BE49-F238E27FC236}">
                <a16:creationId xmlns:a16="http://schemas.microsoft.com/office/drawing/2014/main" id="{7390A279-51D6-A643-91D7-37180B8232E0}"/>
              </a:ext>
            </a:extLst>
          </p:cNvPr>
          <p:cNvSpPr/>
          <p:nvPr/>
        </p:nvSpPr>
        <p:spPr>
          <a:xfrm>
            <a:off x="8156355" y="2602700"/>
            <a:ext cx="501062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06</a:t>
            </a:r>
            <a:endParaRPr sz="9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8449266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56"/>
          <p:cNvSpPr txBox="1"/>
          <p:nvPr/>
        </p:nvSpPr>
        <p:spPr>
          <a:xfrm>
            <a:off x="356075" y="42402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Био спикера/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компании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48" name="Google Shape;548;p56"/>
          <p:cNvSpPr txBox="1"/>
          <p:nvPr/>
        </p:nvSpPr>
        <p:spPr>
          <a:xfrm>
            <a:off x="402775" y="1676850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с самопрезентацией тренера,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спикера или бюро Глагол.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49" name="Google Shape;549;p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31302" y="44308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0" name="Google Shape;550;p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95652" y="44308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5" name="Google Shape;555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57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спикер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57" name="Google Shape;557;p57"/>
          <p:cNvSpPr/>
          <p:nvPr/>
        </p:nvSpPr>
        <p:spPr>
          <a:xfrm>
            <a:off x="496800" y="940650"/>
            <a:ext cx="1237200" cy="3195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организатор TEDx</a:t>
            </a:r>
            <a:endParaRPr sz="8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58" name="Google Shape;558;p57"/>
          <p:cNvSpPr/>
          <p:nvPr/>
        </p:nvSpPr>
        <p:spPr>
          <a:xfrm>
            <a:off x="1787099" y="940650"/>
            <a:ext cx="1237200" cy="3195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подготовка C-level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59" name="Google Shape;559;p57"/>
          <p:cNvSpPr txBox="1"/>
          <p:nvPr/>
        </p:nvSpPr>
        <p:spPr>
          <a:xfrm>
            <a:off x="412500" y="1400950"/>
            <a:ext cx="2073300" cy="4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Артем Гусев</a:t>
            </a:r>
            <a:endParaRPr sz="2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pic>
        <p:nvPicPr>
          <p:cNvPr id="560" name="Google Shape;560;p5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67275" y="2673000"/>
            <a:ext cx="1297625" cy="1471801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57"/>
          <p:cNvSpPr txBox="1"/>
          <p:nvPr/>
        </p:nvSpPr>
        <p:spPr>
          <a:xfrm>
            <a:off x="412500" y="1869850"/>
            <a:ext cx="3475500" cy="14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основал бюро Глагол,</a:t>
            </a:r>
            <a:endParaRPr sz="2000" dirty="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разработал продуктовый </a:t>
            </a:r>
            <a:b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подход к подготовке</a:t>
            </a:r>
            <a:b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выступлений</a:t>
            </a:r>
            <a:endParaRPr sz="2000" dirty="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6" name="Google Shape;566;p58"/>
          <p:cNvPicPr preferRelativeResize="0"/>
          <p:nvPr/>
        </p:nvPicPr>
        <p:blipFill rotWithShape="1">
          <a:blip r:embed="rId3">
            <a:alphaModFix/>
          </a:blip>
          <a:srcRect l="42048" r="13676"/>
          <a:stretch/>
        </p:blipFill>
        <p:spPr>
          <a:xfrm>
            <a:off x="5095501" y="0"/>
            <a:ext cx="404849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7" name="Google Shape;567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6300" y="3192600"/>
            <a:ext cx="1297625" cy="1471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" name="Google Shape;568;p5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5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спикер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70" name="Google Shape;570;p58"/>
          <p:cNvSpPr/>
          <p:nvPr/>
        </p:nvSpPr>
        <p:spPr>
          <a:xfrm>
            <a:off x="496800" y="940650"/>
            <a:ext cx="1237200" cy="3195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организатор TEDx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71" name="Google Shape;571;p58"/>
          <p:cNvSpPr/>
          <p:nvPr/>
        </p:nvSpPr>
        <p:spPr>
          <a:xfrm>
            <a:off x="1787099" y="940650"/>
            <a:ext cx="1237200" cy="3195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подготовка C-level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72" name="Google Shape;572;p58"/>
          <p:cNvSpPr txBox="1"/>
          <p:nvPr/>
        </p:nvSpPr>
        <p:spPr>
          <a:xfrm>
            <a:off x="412500" y="1400950"/>
            <a:ext cx="2073300" cy="4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Артем Гусев</a:t>
            </a:r>
            <a:endParaRPr sz="2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73" name="Google Shape;573;p58"/>
          <p:cNvSpPr txBox="1"/>
          <p:nvPr/>
        </p:nvSpPr>
        <p:spPr>
          <a:xfrm>
            <a:off x="412500" y="1869850"/>
            <a:ext cx="3475500" cy="14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основал бюро Глагол,</a:t>
            </a:r>
            <a:endParaRPr sz="2000" dirty="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разработал продуктовый </a:t>
            </a:r>
            <a:b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подход к подготовке</a:t>
            </a:r>
            <a:b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выступлений</a:t>
            </a:r>
            <a:endParaRPr sz="2000" dirty="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59"/>
          <p:cNvPicPr preferRelativeResize="0"/>
          <p:nvPr/>
        </p:nvPicPr>
        <p:blipFill rotWithShape="1">
          <a:blip r:embed="rId3">
            <a:alphaModFix/>
          </a:blip>
          <a:srcRect l="12253" t="725" r="49678" b="26726"/>
          <a:stretch/>
        </p:blipFill>
        <p:spPr>
          <a:xfrm>
            <a:off x="5095501" y="0"/>
            <a:ext cx="4048497" cy="514224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9" name="Google Shape;579;p59"/>
          <p:cNvGrpSpPr/>
          <p:nvPr/>
        </p:nvGrpSpPr>
        <p:grpSpPr>
          <a:xfrm>
            <a:off x="478975" y="1255375"/>
            <a:ext cx="2488500" cy="1393500"/>
            <a:chOff x="478975" y="1064025"/>
            <a:chExt cx="2488500" cy="1393500"/>
          </a:xfrm>
        </p:grpSpPr>
        <p:sp>
          <p:nvSpPr>
            <p:cNvPr id="580" name="Google Shape;580;p59"/>
            <p:cNvSpPr txBox="1"/>
            <p:nvPr/>
          </p:nvSpPr>
          <p:spPr>
            <a:xfrm>
              <a:off x="478975" y="1064025"/>
              <a:ext cx="2488500" cy="943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5 лет</a:t>
              </a:r>
              <a:b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</a:br>
              <a: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на рынке</a:t>
              </a:r>
              <a:endParaRPr sz="37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sp>
          <p:nvSpPr>
            <p:cNvPr id="581" name="Google Shape;581;p59"/>
            <p:cNvSpPr txBox="1"/>
            <p:nvPr/>
          </p:nvSpPr>
          <p:spPr>
            <a:xfrm>
              <a:off x="514875" y="1964925"/>
              <a:ext cx="23427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Подготовили 2500+ выступлений </a:t>
              </a:r>
              <a:b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и обучили более 200 компаний</a:t>
              </a:r>
              <a:endParaRPr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582" name="Google Shape;582;p59"/>
          <p:cNvGrpSpPr/>
          <p:nvPr/>
        </p:nvGrpSpPr>
        <p:grpSpPr>
          <a:xfrm>
            <a:off x="478975" y="2905275"/>
            <a:ext cx="1769400" cy="981600"/>
            <a:chOff x="478975" y="1064025"/>
            <a:chExt cx="1769400" cy="981600"/>
          </a:xfrm>
        </p:grpSpPr>
        <p:sp>
          <p:nvSpPr>
            <p:cNvPr id="583" name="Google Shape;583;p59"/>
            <p:cNvSpPr txBox="1"/>
            <p:nvPr/>
          </p:nvSpPr>
          <p:spPr>
            <a:xfrm>
              <a:off x="478975" y="1064025"/>
              <a:ext cx="1769400" cy="42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5000+</a:t>
              </a:r>
              <a:endParaRPr sz="37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sp>
          <p:nvSpPr>
            <p:cNvPr id="584" name="Google Shape;584;p59"/>
            <p:cNvSpPr txBox="1"/>
            <p:nvPr/>
          </p:nvSpPr>
          <p:spPr>
            <a:xfrm>
              <a:off x="514875" y="1553025"/>
              <a:ext cx="1733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Спикеров подготовлены</a:t>
              </a:r>
              <a:b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к выступлениям</a:t>
              </a:r>
              <a:endParaRPr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585" name="Google Shape;585;p59"/>
          <p:cNvGrpSpPr/>
          <p:nvPr/>
        </p:nvGrpSpPr>
        <p:grpSpPr>
          <a:xfrm>
            <a:off x="2606050" y="2905275"/>
            <a:ext cx="1769400" cy="827700"/>
            <a:chOff x="478975" y="1064025"/>
            <a:chExt cx="1769400" cy="827700"/>
          </a:xfrm>
        </p:grpSpPr>
        <p:sp>
          <p:nvSpPr>
            <p:cNvPr id="586" name="Google Shape;586;p59"/>
            <p:cNvSpPr txBox="1"/>
            <p:nvPr/>
          </p:nvSpPr>
          <p:spPr>
            <a:xfrm>
              <a:off x="478975" y="1064025"/>
              <a:ext cx="1769400" cy="42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200+</a:t>
              </a:r>
              <a:endParaRPr sz="37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sp>
          <p:nvSpPr>
            <p:cNvPr id="587" name="Google Shape;587;p59"/>
            <p:cNvSpPr txBox="1"/>
            <p:nvPr/>
          </p:nvSpPr>
          <p:spPr>
            <a:xfrm>
              <a:off x="514875" y="1553025"/>
              <a:ext cx="17334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Компаний обучили</a:t>
              </a:r>
              <a:endParaRPr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sp>
        <p:nvSpPr>
          <p:cNvPr id="588" name="Google Shape;588;p5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 компании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89" name="Google Shape;589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225" y="527450"/>
            <a:ext cx="5381574" cy="5437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595" name="Google Shape;595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975" y="2098425"/>
            <a:ext cx="1653100" cy="1874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96" name="Google Shape;596;p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60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глаголом жечь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1"/>
          <p:cNvSpPr/>
          <p:nvPr/>
        </p:nvSpPr>
        <p:spPr>
          <a:xfrm>
            <a:off x="478975" y="2098475"/>
            <a:ext cx="1653000" cy="1875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61"/>
          <p:cNvSpPr txBox="1"/>
          <p:nvPr/>
        </p:nvSpPr>
        <p:spPr>
          <a:xfrm>
            <a:off x="478975" y="2866625"/>
            <a:ext cx="1692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тут qr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04" name="Google Shape;604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9825" y="397925"/>
            <a:ext cx="3194949" cy="6315889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p61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скрин на телефоне + qr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06" name="Google Shape;606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62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Бланковый заголовок + текст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12" name="Google Shape;612;p62"/>
          <p:cNvSpPr txBox="1"/>
          <p:nvPr/>
        </p:nvSpPr>
        <p:spPr>
          <a:xfrm>
            <a:off x="402775" y="1691300"/>
            <a:ext cx="463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Три варианта слайда.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13" name="Google Shape;613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31302" y="44308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4" name="Google Shape;614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95652" y="44308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63"/>
          <p:cNvSpPr txBox="1"/>
          <p:nvPr/>
        </p:nvSpPr>
        <p:spPr>
          <a:xfrm>
            <a:off x="350700" y="8595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20" name="Google Shape;620;p63"/>
          <p:cNvSpPr txBox="1"/>
          <p:nvPr/>
        </p:nvSpPr>
        <p:spPr>
          <a:xfrm>
            <a:off x="397400" y="2601000"/>
            <a:ext cx="4338600" cy="9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– Используйте фотографии из нашего архива; 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– используйте бесплатные стоки для подборки нейтральной фотографии(например, </a:t>
            </a:r>
            <a:r>
              <a:rPr lang="ru" sz="1050" u="sng">
                <a:solidFill>
                  <a:schemeClr val="hlink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3"/>
              </a:rPr>
              <a:t>unsplash</a:t>
            </a: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или </a:t>
            </a:r>
            <a:r>
              <a:rPr lang="ru" sz="1050" u="sng">
                <a:solidFill>
                  <a:schemeClr val="hlink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4"/>
              </a:rPr>
              <a:t>freepik</a:t>
            </a: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);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– в случае затруднений — используйте слайд без изображения.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21" name="Google Shape;621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22" name="Google Shape;622;p6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23" name="Google Shape;623;p6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64"/>
          <p:cNvSpPr txBox="1"/>
          <p:nvPr/>
        </p:nvSpPr>
        <p:spPr>
          <a:xfrm>
            <a:off x="2161500" y="15712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29" name="Google Shape;629;p64"/>
          <p:cNvSpPr txBox="1"/>
          <p:nvPr/>
        </p:nvSpPr>
        <p:spPr>
          <a:xfrm>
            <a:off x="2709450" y="28333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30" name="Google Shape;630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31" name="Google Shape;631;p64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65"/>
          <p:cNvSpPr txBox="1"/>
          <p:nvPr/>
        </p:nvSpPr>
        <p:spPr>
          <a:xfrm>
            <a:off x="2161500" y="15712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accen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37" name="Google Shape;637;p65"/>
          <p:cNvSpPr txBox="1"/>
          <p:nvPr/>
        </p:nvSpPr>
        <p:spPr>
          <a:xfrm>
            <a:off x="2709450" y="28333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38" name="Google Shape;638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65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66"/>
          <p:cNvSpPr txBox="1"/>
          <p:nvPr/>
        </p:nvSpPr>
        <p:spPr>
          <a:xfrm>
            <a:off x="350700" y="8595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45" name="Google Shape;645;p66"/>
          <p:cNvSpPr txBox="1"/>
          <p:nvPr/>
        </p:nvSpPr>
        <p:spPr>
          <a:xfrm>
            <a:off x="397400" y="2601000"/>
            <a:ext cx="4338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46" name="Google Shape;646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66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67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Важная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мысль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53" name="Google Shape;653;p67"/>
          <p:cNvSpPr txBox="1"/>
          <p:nvPr/>
        </p:nvSpPr>
        <p:spPr>
          <a:xfrm>
            <a:off x="402775" y="1691300"/>
            <a:ext cx="463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Три варианта слайда с ключевой мыслью. 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654" name="Google Shape;654;p67"/>
          <p:cNvGrpSpPr/>
          <p:nvPr/>
        </p:nvGrpSpPr>
        <p:grpSpPr>
          <a:xfrm>
            <a:off x="8005352" y="4340500"/>
            <a:ext cx="569250" cy="233600"/>
            <a:chOff x="8005352" y="4340500"/>
            <a:chExt cx="569250" cy="233600"/>
          </a:xfrm>
        </p:grpSpPr>
        <p:pic>
          <p:nvPicPr>
            <p:cNvPr id="655" name="Google Shape;655;p6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6" name="Google Shape;656;p6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68"/>
          <p:cNvSpPr txBox="1"/>
          <p:nvPr/>
        </p:nvSpPr>
        <p:spPr>
          <a:xfrm>
            <a:off x="2161500" y="23019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pic>
        <p:nvPicPr>
          <p:cNvPr id="662" name="Google Shape;662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675" y="43405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68"/>
          <p:cNvSpPr txBox="1"/>
          <p:nvPr/>
        </p:nvSpPr>
        <p:spPr>
          <a:xfrm>
            <a:off x="2161500" y="1245363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0">
                <a:solidFill>
                  <a:srgbClr val="FFFFFF"/>
                </a:solidFill>
              </a:rPr>
              <a:t>💡</a:t>
            </a:r>
            <a:endParaRPr sz="60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64" name="Google Shape;664;p6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69"/>
          <p:cNvSpPr txBox="1"/>
          <p:nvPr/>
        </p:nvSpPr>
        <p:spPr>
          <a:xfrm>
            <a:off x="350700" y="8595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accen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70" name="Google Shape;670;p69"/>
          <p:cNvSpPr txBox="1"/>
          <p:nvPr/>
        </p:nvSpPr>
        <p:spPr>
          <a:xfrm>
            <a:off x="397400" y="2601000"/>
            <a:ext cx="4338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71" name="Google Shape;671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2" name="Google Shape;672;p6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70"/>
          <p:cNvSpPr/>
          <p:nvPr/>
        </p:nvSpPr>
        <p:spPr>
          <a:xfrm>
            <a:off x="159600" y="133225"/>
            <a:ext cx="8824800" cy="4877100"/>
          </a:xfrm>
          <a:prstGeom prst="roundRect">
            <a:avLst>
              <a:gd name="adj" fmla="val 534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8" name="Google Shape;678;p70"/>
          <p:cNvSpPr txBox="1"/>
          <p:nvPr/>
        </p:nvSpPr>
        <p:spPr>
          <a:xfrm>
            <a:off x="2161500" y="23019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79" name="Google Shape;679;p70"/>
          <p:cNvSpPr txBox="1"/>
          <p:nvPr/>
        </p:nvSpPr>
        <p:spPr>
          <a:xfrm>
            <a:off x="2161500" y="1245363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0">
                <a:solidFill>
                  <a:srgbClr val="FFFFFF"/>
                </a:solidFill>
              </a:rPr>
              <a:t>💡</a:t>
            </a:r>
            <a:endParaRPr sz="60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80" name="Google Shape;680;p70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681" name="Google Shape;681;p70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682" name="Google Shape;682;p7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3" name="Google Shape;683;p7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71"/>
          <p:cNvSpPr/>
          <p:nvPr/>
        </p:nvSpPr>
        <p:spPr>
          <a:xfrm>
            <a:off x="159600" y="133225"/>
            <a:ext cx="8824800" cy="4877100"/>
          </a:xfrm>
          <a:prstGeom prst="roundRect">
            <a:avLst>
              <a:gd name="adj" fmla="val 534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71"/>
          <p:cNvSpPr txBox="1"/>
          <p:nvPr/>
        </p:nvSpPr>
        <p:spPr>
          <a:xfrm>
            <a:off x="2161500" y="1922750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90" name="Google Shape;690;p71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691" name="Google Shape;691;p71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692" name="Google Shape;692;p7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3" name="Google Shape;693;p7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8" name="Google Shape;698;p72"/>
          <p:cNvPicPr preferRelativeResize="0"/>
          <p:nvPr/>
        </p:nvPicPr>
        <p:blipFill rotWithShape="1">
          <a:blip r:embed="rId3">
            <a:alphaModFix/>
          </a:blip>
          <a:srcRect l="5580" t="12275" r="13310" b="20311"/>
          <a:stretch/>
        </p:blipFill>
        <p:spPr>
          <a:xfrm>
            <a:off x="159600" y="133225"/>
            <a:ext cx="8824800" cy="4877100"/>
          </a:xfrm>
          <a:prstGeom prst="roundRect">
            <a:avLst>
              <a:gd name="adj" fmla="val 5173"/>
            </a:avLst>
          </a:prstGeom>
          <a:noFill/>
          <a:ln>
            <a:noFill/>
          </a:ln>
        </p:spPr>
      </p:pic>
      <p:sp>
        <p:nvSpPr>
          <p:cNvPr id="699" name="Google Shape;699;p72"/>
          <p:cNvSpPr txBox="1"/>
          <p:nvPr/>
        </p:nvSpPr>
        <p:spPr>
          <a:xfrm>
            <a:off x="2161500" y="2005350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700" name="Google Shape;700;p72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01" name="Google Shape;701;p7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2" name="Google Shape;702;p7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3" name="Google Shape;703;p72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73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Картинка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на весь экран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09" name="Google Shape;709;p73"/>
          <p:cNvSpPr txBox="1"/>
          <p:nvPr/>
        </p:nvSpPr>
        <p:spPr>
          <a:xfrm>
            <a:off x="402775" y="1691300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Используем два варианта картинки на весь экран: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обрамленный фреймом или нет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710" name="Google Shape;710;p73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11" name="Google Shape;711;p7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12" name="Google Shape;712;p7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" name="Google Shape;717;p74"/>
          <p:cNvPicPr preferRelativeResize="0"/>
          <p:nvPr/>
        </p:nvPicPr>
        <p:blipFill rotWithShape="1">
          <a:blip r:embed="rId3">
            <a:alphaModFix/>
          </a:blip>
          <a:srcRect l="8785" t="13166" r="12628" b="21525"/>
          <a:stretch/>
        </p:blipFill>
        <p:spPr>
          <a:xfrm>
            <a:off x="159600" y="133225"/>
            <a:ext cx="8824800" cy="4877100"/>
          </a:xfrm>
          <a:prstGeom prst="roundRect">
            <a:avLst>
              <a:gd name="adj" fmla="val 5338"/>
            </a:avLst>
          </a:prstGeom>
          <a:noFill/>
          <a:ln>
            <a:noFill/>
          </a:ln>
        </p:spPr>
      </p:pic>
      <p:grpSp>
        <p:nvGrpSpPr>
          <p:cNvPr id="718" name="Google Shape;718;p74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19" name="Google Shape;719;p7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20" name="Google Shape;720;p7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21" name="Google Shape;721;p74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726;p75"/>
          <p:cNvPicPr preferRelativeResize="0"/>
          <p:nvPr/>
        </p:nvPicPr>
        <p:blipFill rotWithShape="1">
          <a:blip r:embed="rId3">
            <a:alphaModFix/>
          </a:blip>
          <a:srcRect l="7377" t="11384" r="11196" b="19745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27" name="Google Shape;727;p75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28" name="Google Shape;728;p7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29" name="Google Shape;729;p7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30" name="Google Shape;730;p75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76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+ текст + фото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36" name="Google Shape;736;p76"/>
          <p:cNvSpPr txBox="1"/>
          <p:nvPr/>
        </p:nvSpPr>
        <p:spPr>
          <a:xfrm>
            <a:off x="402775" y="1691300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Используем два варианта картинки на весь экран: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обрамленный фреймом или нет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737" name="Google Shape;737;p76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38" name="Google Shape;738;p7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9" name="Google Shape;739;p7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4" name="Google Shape;744;p77"/>
          <p:cNvPicPr preferRelativeResize="0"/>
          <p:nvPr/>
        </p:nvPicPr>
        <p:blipFill rotWithShape="1">
          <a:blip r:embed="rId3">
            <a:alphaModFix/>
          </a:blip>
          <a:srcRect l="8785" t="13166" r="12628" b="21525"/>
          <a:stretch/>
        </p:blipFill>
        <p:spPr>
          <a:xfrm>
            <a:off x="159600" y="133225"/>
            <a:ext cx="8824800" cy="4877100"/>
          </a:xfrm>
          <a:prstGeom prst="roundRect">
            <a:avLst>
              <a:gd name="adj" fmla="val 5338"/>
            </a:avLst>
          </a:prstGeom>
          <a:noFill/>
          <a:ln>
            <a:noFill/>
          </a:ln>
        </p:spPr>
      </p:pic>
      <p:sp>
        <p:nvSpPr>
          <p:cNvPr id="745" name="Google Shape;745;p77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46" name="Google Shape;746;p77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747" name="Google Shape;747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748" name="Google Shape;748;p77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3" name="Google Shape;753;p78"/>
          <p:cNvPicPr preferRelativeResize="0"/>
          <p:nvPr/>
        </p:nvPicPr>
        <p:blipFill rotWithShape="1">
          <a:blip r:embed="rId3">
            <a:alphaModFix/>
          </a:blip>
          <a:srcRect l="7377" t="11384" r="11196" b="19745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78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56" name="Google Shape;756;p78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757" name="Google Shape;757;p7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2" name="Google Shape;762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3" name="Google Shape;763;p79"/>
          <p:cNvSpPr txBox="1"/>
          <p:nvPr/>
        </p:nvSpPr>
        <p:spPr>
          <a:xfrm>
            <a:off x="350700" y="8595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64" name="Google Shape;764;p79"/>
          <p:cNvSpPr txBox="1"/>
          <p:nvPr/>
        </p:nvSpPr>
        <p:spPr>
          <a:xfrm>
            <a:off x="397400" y="2601000"/>
            <a:ext cx="4338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765" name="Google Shape;765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6" name="Google Shape;766;p7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80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Цитата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772" name="Google Shape;772;p80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73" name="Google Shape;773;p8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4" name="Google Shape;774;p8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81"/>
          <p:cNvSpPr txBox="1"/>
          <p:nvPr/>
        </p:nvSpPr>
        <p:spPr>
          <a:xfrm rot="10800000">
            <a:off x="5959700" y="29716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8CFB8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8CFB8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80" name="Google Shape;780;p81"/>
          <p:cNvSpPr txBox="1"/>
          <p:nvPr/>
        </p:nvSpPr>
        <p:spPr>
          <a:xfrm>
            <a:off x="1709300" y="14251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8CFB8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8CFB8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pic>
        <p:nvPicPr>
          <p:cNvPr id="781" name="Google Shape;781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82" name="Google Shape;782;p81"/>
          <p:cNvGrpSpPr/>
          <p:nvPr/>
        </p:nvGrpSpPr>
        <p:grpSpPr>
          <a:xfrm>
            <a:off x="981175" y="1568475"/>
            <a:ext cx="7181700" cy="1983900"/>
            <a:chOff x="981175" y="1529725"/>
            <a:chExt cx="7181700" cy="1983900"/>
          </a:xfrm>
        </p:grpSpPr>
        <p:sp>
          <p:nvSpPr>
            <p:cNvPr id="783" name="Google Shape;783;p81"/>
            <p:cNvSpPr txBox="1"/>
            <p:nvPr/>
          </p:nvSpPr>
          <p:spPr>
            <a:xfrm>
              <a:off x="981175" y="1529725"/>
              <a:ext cx="7181700" cy="16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Цитата великих</a:t>
              </a:r>
              <a:b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людей в две или</a:t>
              </a:r>
              <a:b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три строки</a:t>
              </a:r>
              <a:endParaRPr sz="48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endParaRPr>
            </a:p>
          </p:txBody>
        </p:sp>
        <p:sp>
          <p:nvSpPr>
            <p:cNvPr id="784" name="Google Shape;784;p81"/>
            <p:cNvSpPr txBox="1"/>
            <p:nvPr/>
          </p:nvSpPr>
          <p:spPr>
            <a:xfrm>
              <a:off x="2709450" y="3174925"/>
              <a:ext cx="37251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— Джейсон Стейтем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sp>
        <p:nvSpPr>
          <p:cNvPr id="785" name="Google Shape;785;p81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82"/>
          <p:cNvSpPr txBox="1"/>
          <p:nvPr/>
        </p:nvSpPr>
        <p:spPr>
          <a:xfrm rot="10800000">
            <a:off x="3513675" y="23262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8CFB8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8CFB8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91" name="Google Shape;791;p82"/>
          <p:cNvSpPr txBox="1"/>
          <p:nvPr/>
        </p:nvSpPr>
        <p:spPr>
          <a:xfrm>
            <a:off x="51275" y="778275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8CFB8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8CFB8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92" name="Google Shape;792;p82"/>
          <p:cNvSpPr txBox="1"/>
          <p:nvPr/>
        </p:nvSpPr>
        <p:spPr>
          <a:xfrm>
            <a:off x="356075" y="930675"/>
            <a:ext cx="67677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Цитата великих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людей в две или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три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pic>
        <p:nvPicPr>
          <p:cNvPr id="793" name="Google Shape;793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p82"/>
          <p:cNvSpPr txBox="1"/>
          <p:nvPr/>
        </p:nvSpPr>
        <p:spPr>
          <a:xfrm>
            <a:off x="417000" y="2664900"/>
            <a:ext cx="1652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— Джейсон Стейтем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795" name="Google Shape;795;p82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83"/>
          <p:cNvSpPr/>
          <p:nvPr/>
        </p:nvSpPr>
        <p:spPr>
          <a:xfrm>
            <a:off x="159600" y="133225"/>
            <a:ext cx="8824800" cy="4877100"/>
          </a:xfrm>
          <a:prstGeom prst="roundRect">
            <a:avLst>
              <a:gd name="adj" fmla="val 534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1" name="Google Shape;801;p83"/>
          <p:cNvSpPr txBox="1"/>
          <p:nvPr/>
        </p:nvSpPr>
        <p:spPr>
          <a:xfrm rot="10800000">
            <a:off x="5959700" y="29716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E7325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E7325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02" name="Google Shape;802;p83"/>
          <p:cNvSpPr txBox="1"/>
          <p:nvPr/>
        </p:nvSpPr>
        <p:spPr>
          <a:xfrm>
            <a:off x="1709300" y="14251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E7325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E7325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803" name="Google Shape;803;p83"/>
          <p:cNvGrpSpPr/>
          <p:nvPr/>
        </p:nvGrpSpPr>
        <p:grpSpPr>
          <a:xfrm>
            <a:off x="981175" y="1568475"/>
            <a:ext cx="7181700" cy="1983900"/>
            <a:chOff x="981175" y="1529725"/>
            <a:chExt cx="7181700" cy="1983900"/>
          </a:xfrm>
        </p:grpSpPr>
        <p:sp>
          <p:nvSpPr>
            <p:cNvPr id="804" name="Google Shape;804;p83"/>
            <p:cNvSpPr txBox="1"/>
            <p:nvPr/>
          </p:nvSpPr>
          <p:spPr>
            <a:xfrm>
              <a:off x="981175" y="1529725"/>
              <a:ext cx="7181700" cy="16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Цитата великих</a:t>
              </a:r>
              <a:b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людей в две или</a:t>
              </a:r>
              <a:b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три строки</a:t>
              </a:r>
              <a:endParaRPr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endParaRPr>
            </a:p>
          </p:txBody>
        </p:sp>
        <p:sp>
          <p:nvSpPr>
            <p:cNvPr id="805" name="Google Shape;805;p83"/>
            <p:cNvSpPr txBox="1"/>
            <p:nvPr/>
          </p:nvSpPr>
          <p:spPr>
            <a:xfrm>
              <a:off x="2709450" y="3174925"/>
              <a:ext cx="37251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lt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— Джейсон Стейтем</a:t>
              </a:r>
              <a:endParaRPr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806" name="Google Shape;806;p83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807" name="Google Shape;807;p8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8" name="Google Shape;808;p8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09" name="Google Shape;809;p8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84"/>
          <p:cNvSpPr/>
          <p:nvPr/>
        </p:nvSpPr>
        <p:spPr>
          <a:xfrm>
            <a:off x="159600" y="133225"/>
            <a:ext cx="8824800" cy="4877100"/>
          </a:xfrm>
          <a:prstGeom prst="roundRect">
            <a:avLst>
              <a:gd name="adj" fmla="val 534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p84"/>
          <p:cNvSpPr txBox="1"/>
          <p:nvPr/>
        </p:nvSpPr>
        <p:spPr>
          <a:xfrm rot="10800000">
            <a:off x="2827875" y="23262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E7325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E7325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16" name="Google Shape;816;p84"/>
          <p:cNvSpPr txBox="1"/>
          <p:nvPr/>
        </p:nvSpPr>
        <p:spPr>
          <a:xfrm>
            <a:off x="127475" y="778275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E7325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E7325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17" name="Google Shape;817;p84"/>
          <p:cNvSpPr txBox="1"/>
          <p:nvPr/>
        </p:nvSpPr>
        <p:spPr>
          <a:xfrm>
            <a:off x="432275" y="930675"/>
            <a:ext cx="7102500" cy="15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Длинный текст, привлекающий внимание или цепляющая цитата</a:t>
            </a:r>
            <a:endParaRPr sz="3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u="sng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с выделением важной информации</a:t>
            </a:r>
            <a:r>
              <a:rPr lang="ru" sz="3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, </a:t>
            </a:r>
            <a:br>
              <a:rPr lang="ru" sz="3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если она есть</a:t>
            </a:r>
            <a:endParaRPr sz="3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18" name="Google Shape;818;p84"/>
          <p:cNvSpPr txBox="1"/>
          <p:nvPr/>
        </p:nvSpPr>
        <p:spPr>
          <a:xfrm>
            <a:off x="493200" y="2664900"/>
            <a:ext cx="1652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— Джейсон Стейтем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819" name="Google Shape;819;p84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820" name="Google Shape;820;p8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21" name="Google Shape;821;p8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2" name="Google Shape;822;p84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85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Перечисления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828" name="Google Shape;828;p85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829" name="Google Shape;829;p8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0" name="Google Shape;830;p8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31" name="Google Shape;831;p85"/>
          <p:cNvSpPr txBox="1"/>
          <p:nvPr/>
        </p:nvSpPr>
        <p:spPr>
          <a:xfrm>
            <a:off x="402775" y="1192800"/>
            <a:ext cx="463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Всевозможные списки, перечисления, пункты и т.д.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87"/>
          <p:cNvSpPr txBox="1"/>
          <p:nvPr/>
        </p:nvSpPr>
        <p:spPr>
          <a:xfrm>
            <a:off x="356075" y="854475"/>
            <a:ext cx="43623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58" name="Google Shape;858;p87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59" name="Google Shape;85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60" name="Google Shape;860;p87"/>
          <p:cNvGrpSpPr/>
          <p:nvPr/>
        </p:nvGrpSpPr>
        <p:grpSpPr>
          <a:xfrm>
            <a:off x="4984075" y="854475"/>
            <a:ext cx="3590525" cy="738900"/>
            <a:chOff x="5553475" y="930675"/>
            <a:chExt cx="3590525" cy="738900"/>
          </a:xfrm>
        </p:grpSpPr>
        <p:sp>
          <p:nvSpPr>
            <p:cNvPr id="861" name="Google Shape;861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62" name="Google Shape;862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3" name="Google Shape;863;p87"/>
          <p:cNvGrpSpPr/>
          <p:nvPr/>
        </p:nvGrpSpPr>
        <p:grpSpPr>
          <a:xfrm>
            <a:off x="4984075" y="1421050"/>
            <a:ext cx="3590525" cy="738900"/>
            <a:chOff x="5553475" y="930675"/>
            <a:chExt cx="3590525" cy="738900"/>
          </a:xfrm>
        </p:grpSpPr>
        <p:sp>
          <p:nvSpPr>
            <p:cNvPr id="864" name="Google Shape;864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65" name="Google Shape;865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6" name="Google Shape;866;p87"/>
          <p:cNvGrpSpPr/>
          <p:nvPr/>
        </p:nvGrpSpPr>
        <p:grpSpPr>
          <a:xfrm>
            <a:off x="4984075" y="2012250"/>
            <a:ext cx="3590525" cy="738900"/>
            <a:chOff x="5553475" y="930675"/>
            <a:chExt cx="3590525" cy="738900"/>
          </a:xfrm>
        </p:grpSpPr>
        <p:sp>
          <p:nvSpPr>
            <p:cNvPr id="867" name="Google Shape;867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68" name="Google Shape;868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9" name="Google Shape;869;p87"/>
          <p:cNvGrpSpPr/>
          <p:nvPr/>
        </p:nvGrpSpPr>
        <p:grpSpPr>
          <a:xfrm>
            <a:off x="4984075" y="2559388"/>
            <a:ext cx="3590525" cy="738900"/>
            <a:chOff x="5553475" y="930675"/>
            <a:chExt cx="3590525" cy="738900"/>
          </a:xfrm>
        </p:grpSpPr>
        <p:sp>
          <p:nvSpPr>
            <p:cNvPr id="870" name="Google Shape;870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71" name="Google Shape;871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87"/>
          <p:cNvGrpSpPr/>
          <p:nvPr/>
        </p:nvGrpSpPr>
        <p:grpSpPr>
          <a:xfrm>
            <a:off x="4984075" y="3138263"/>
            <a:ext cx="3590525" cy="738900"/>
            <a:chOff x="5553475" y="930675"/>
            <a:chExt cx="3590525" cy="738900"/>
          </a:xfrm>
        </p:grpSpPr>
        <p:sp>
          <p:nvSpPr>
            <p:cNvPr id="873" name="Google Shape;873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74" name="Google Shape;874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5" name="Google Shape;875;p87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88"/>
          <p:cNvSpPr txBox="1"/>
          <p:nvPr/>
        </p:nvSpPr>
        <p:spPr>
          <a:xfrm>
            <a:off x="356075" y="854475"/>
            <a:ext cx="43623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81" name="Google Shape;881;p88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82" name="Google Shape;882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3" name="Google Shape;883;p88"/>
          <p:cNvGrpSpPr/>
          <p:nvPr/>
        </p:nvGrpSpPr>
        <p:grpSpPr>
          <a:xfrm>
            <a:off x="4984075" y="854475"/>
            <a:ext cx="3590525" cy="738900"/>
            <a:chOff x="5553475" y="930675"/>
            <a:chExt cx="3590525" cy="738900"/>
          </a:xfrm>
        </p:grpSpPr>
        <p:sp>
          <p:nvSpPr>
            <p:cNvPr id="884" name="Google Shape;884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85" name="Google Shape;885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6" name="Google Shape;886;p88"/>
          <p:cNvGrpSpPr/>
          <p:nvPr/>
        </p:nvGrpSpPr>
        <p:grpSpPr>
          <a:xfrm>
            <a:off x="4984075" y="1421050"/>
            <a:ext cx="3590525" cy="738900"/>
            <a:chOff x="5553475" y="930675"/>
            <a:chExt cx="3590525" cy="738900"/>
          </a:xfrm>
        </p:grpSpPr>
        <p:sp>
          <p:nvSpPr>
            <p:cNvPr id="887" name="Google Shape;887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88" name="Google Shape;888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9" name="Google Shape;889;p88"/>
          <p:cNvGrpSpPr/>
          <p:nvPr/>
        </p:nvGrpSpPr>
        <p:grpSpPr>
          <a:xfrm>
            <a:off x="4984075" y="2012250"/>
            <a:ext cx="3590525" cy="738900"/>
            <a:chOff x="5553475" y="930675"/>
            <a:chExt cx="3590525" cy="738900"/>
          </a:xfrm>
        </p:grpSpPr>
        <p:sp>
          <p:nvSpPr>
            <p:cNvPr id="890" name="Google Shape;890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91" name="Google Shape;891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2" name="Google Shape;892;p88"/>
          <p:cNvGrpSpPr/>
          <p:nvPr/>
        </p:nvGrpSpPr>
        <p:grpSpPr>
          <a:xfrm>
            <a:off x="4984075" y="2559388"/>
            <a:ext cx="3590525" cy="738900"/>
            <a:chOff x="5553475" y="930675"/>
            <a:chExt cx="3590525" cy="738900"/>
          </a:xfrm>
        </p:grpSpPr>
        <p:sp>
          <p:nvSpPr>
            <p:cNvPr id="893" name="Google Shape;893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94" name="Google Shape;894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5" name="Google Shape;895;p88"/>
          <p:cNvGrpSpPr/>
          <p:nvPr/>
        </p:nvGrpSpPr>
        <p:grpSpPr>
          <a:xfrm>
            <a:off x="4984075" y="3138263"/>
            <a:ext cx="3590525" cy="738900"/>
            <a:chOff x="5553475" y="930675"/>
            <a:chExt cx="3590525" cy="738900"/>
          </a:xfrm>
        </p:grpSpPr>
        <p:sp>
          <p:nvSpPr>
            <p:cNvPr id="896" name="Google Shape;896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97" name="Google Shape;897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8" name="Google Shape;898;p8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99" name="Google Shape;899;p88"/>
          <p:cNvSpPr/>
          <p:nvPr/>
        </p:nvSpPr>
        <p:spPr>
          <a:xfrm>
            <a:off x="5264300" y="1287025"/>
            <a:ext cx="25974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88"/>
          <p:cNvSpPr/>
          <p:nvPr/>
        </p:nvSpPr>
        <p:spPr>
          <a:xfrm>
            <a:off x="5264300" y="1863163"/>
            <a:ext cx="25974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Google Shape;901;p88"/>
          <p:cNvSpPr/>
          <p:nvPr/>
        </p:nvSpPr>
        <p:spPr>
          <a:xfrm>
            <a:off x="5264300" y="2456925"/>
            <a:ext cx="25974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Google Shape;902;p88"/>
          <p:cNvSpPr/>
          <p:nvPr/>
        </p:nvSpPr>
        <p:spPr>
          <a:xfrm>
            <a:off x="5264300" y="2987600"/>
            <a:ext cx="25974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p88"/>
          <p:cNvSpPr/>
          <p:nvPr/>
        </p:nvSpPr>
        <p:spPr>
          <a:xfrm>
            <a:off x="478975" y="2454900"/>
            <a:ext cx="37632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87"/>
          <p:cNvSpPr txBox="1"/>
          <p:nvPr/>
        </p:nvSpPr>
        <p:spPr>
          <a:xfrm>
            <a:off x="356075" y="854475"/>
            <a:ext cx="43623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58" name="Google Shape;858;p87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59" name="Google Shape;85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87"/>
          <p:cNvSpPr txBox="1"/>
          <p:nvPr/>
        </p:nvSpPr>
        <p:spPr>
          <a:xfrm>
            <a:off x="5163900" y="854475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64" name="Google Shape;864;p87"/>
          <p:cNvSpPr txBox="1"/>
          <p:nvPr/>
        </p:nvSpPr>
        <p:spPr>
          <a:xfrm>
            <a:off x="5163900" y="1421050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67" name="Google Shape;867;p87"/>
          <p:cNvSpPr txBox="1"/>
          <p:nvPr/>
        </p:nvSpPr>
        <p:spPr>
          <a:xfrm>
            <a:off x="5163900" y="2012250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70" name="Google Shape;870;p87"/>
          <p:cNvSpPr txBox="1"/>
          <p:nvPr/>
        </p:nvSpPr>
        <p:spPr>
          <a:xfrm>
            <a:off x="5163900" y="2559388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73" name="Google Shape;873;p87"/>
          <p:cNvSpPr txBox="1"/>
          <p:nvPr/>
        </p:nvSpPr>
        <p:spPr>
          <a:xfrm>
            <a:off x="5163900" y="3138263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75" name="Google Shape;875;p87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1" name="Google Shape;508;p54">
            <a:extLst>
              <a:ext uri="{FF2B5EF4-FFF2-40B4-BE49-F238E27FC236}">
                <a16:creationId xmlns:a16="http://schemas.microsoft.com/office/drawing/2014/main" id="{89DD708E-A697-6248-B1D5-CE54B915707B}"/>
              </a:ext>
            </a:extLst>
          </p:cNvPr>
          <p:cNvSpPr/>
          <p:nvPr/>
        </p:nvSpPr>
        <p:spPr>
          <a:xfrm>
            <a:off x="4779509" y="973365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3" name="Google Shape;508;p54">
            <a:extLst>
              <a:ext uri="{FF2B5EF4-FFF2-40B4-BE49-F238E27FC236}">
                <a16:creationId xmlns:a16="http://schemas.microsoft.com/office/drawing/2014/main" id="{C70A6F72-1024-0B4B-84B5-0460B512BE63}"/>
              </a:ext>
            </a:extLst>
          </p:cNvPr>
          <p:cNvSpPr/>
          <p:nvPr/>
        </p:nvSpPr>
        <p:spPr>
          <a:xfrm>
            <a:off x="4779509" y="152246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4" name="Google Shape;508;p54">
            <a:extLst>
              <a:ext uri="{FF2B5EF4-FFF2-40B4-BE49-F238E27FC236}">
                <a16:creationId xmlns:a16="http://schemas.microsoft.com/office/drawing/2014/main" id="{845BDB03-6D32-8A48-A9F6-F247B33F9893}"/>
              </a:ext>
            </a:extLst>
          </p:cNvPr>
          <p:cNvSpPr/>
          <p:nvPr/>
        </p:nvSpPr>
        <p:spPr>
          <a:xfrm>
            <a:off x="4779509" y="211780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5" name="Google Shape;508;p54">
            <a:extLst>
              <a:ext uri="{FF2B5EF4-FFF2-40B4-BE49-F238E27FC236}">
                <a16:creationId xmlns:a16="http://schemas.microsoft.com/office/drawing/2014/main" id="{C906F973-848C-FD4D-81E5-CD294111FD57}"/>
              </a:ext>
            </a:extLst>
          </p:cNvPr>
          <p:cNvSpPr/>
          <p:nvPr/>
        </p:nvSpPr>
        <p:spPr>
          <a:xfrm>
            <a:off x="4779509" y="2650386"/>
            <a:ext cx="384391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6" name="Google Shape;508;p54">
            <a:extLst>
              <a:ext uri="{FF2B5EF4-FFF2-40B4-BE49-F238E27FC236}">
                <a16:creationId xmlns:a16="http://schemas.microsoft.com/office/drawing/2014/main" id="{B71F9237-258A-CF4D-9DA4-B7991D28EF4C}"/>
              </a:ext>
            </a:extLst>
          </p:cNvPr>
          <p:cNvSpPr/>
          <p:nvPr/>
        </p:nvSpPr>
        <p:spPr>
          <a:xfrm>
            <a:off x="4779509" y="3195446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7864825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8" name="Google Shape;908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p89"/>
          <p:cNvSpPr txBox="1"/>
          <p:nvPr/>
        </p:nvSpPr>
        <p:spPr>
          <a:xfrm>
            <a:off x="990000" y="11485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0" name="Google Shape;910;p89"/>
          <p:cNvSpPr txBox="1"/>
          <p:nvPr/>
        </p:nvSpPr>
        <p:spPr>
          <a:xfrm>
            <a:off x="359450" y="11284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01</a:t>
            </a:r>
            <a:endParaRPr sz="16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1" name="Google Shape;911;p89"/>
          <p:cNvSpPr txBox="1"/>
          <p:nvPr/>
        </p:nvSpPr>
        <p:spPr>
          <a:xfrm>
            <a:off x="990000" y="16873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2" name="Google Shape;912;p89"/>
          <p:cNvSpPr txBox="1"/>
          <p:nvPr/>
        </p:nvSpPr>
        <p:spPr>
          <a:xfrm>
            <a:off x="359450" y="16672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02</a:t>
            </a:r>
            <a:endParaRPr sz="160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3" name="Google Shape;913;p89"/>
          <p:cNvSpPr txBox="1"/>
          <p:nvPr/>
        </p:nvSpPr>
        <p:spPr>
          <a:xfrm>
            <a:off x="990000" y="22261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4" name="Google Shape;914;p89"/>
          <p:cNvSpPr txBox="1"/>
          <p:nvPr/>
        </p:nvSpPr>
        <p:spPr>
          <a:xfrm>
            <a:off x="359450" y="22060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03</a:t>
            </a:r>
            <a:endParaRPr sz="160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5" name="Google Shape;915;p89"/>
          <p:cNvSpPr txBox="1"/>
          <p:nvPr/>
        </p:nvSpPr>
        <p:spPr>
          <a:xfrm>
            <a:off x="990000" y="27649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6" name="Google Shape;916;p89"/>
          <p:cNvSpPr txBox="1"/>
          <p:nvPr/>
        </p:nvSpPr>
        <p:spPr>
          <a:xfrm>
            <a:off x="359450" y="27448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04</a:t>
            </a:r>
            <a:endParaRPr sz="160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7" name="Google Shape;917;p89"/>
          <p:cNvSpPr txBox="1"/>
          <p:nvPr/>
        </p:nvSpPr>
        <p:spPr>
          <a:xfrm>
            <a:off x="990000" y="33037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8" name="Google Shape;918;p89"/>
          <p:cNvSpPr txBox="1"/>
          <p:nvPr/>
        </p:nvSpPr>
        <p:spPr>
          <a:xfrm>
            <a:off x="359450" y="32836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05</a:t>
            </a:r>
            <a:endParaRPr sz="160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9" name="Google Shape;919;p8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4" name="Google Shape;924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25" name="Google Shape;925;p90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26" name="Google Shape;926;p90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27" name="Google Shape;927;p90"/>
          <p:cNvSpPr/>
          <p:nvPr/>
        </p:nvSpPr>
        <p:spPr>
          <a:xfrm>
            <a:off x="4846900" y="985350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8" name="Google Shape;928;p90"/>
          <p:cNvSpPr txBox="1"/>
          <p:nvPr/>
        </p:nvSpPr>
        <p:spPr>
          <a:xfrm>
            <a:off x="4952325" y="10263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29" name="Google Shape;929;p90"/>
          <p:cNvSpPr txBox="1"/>
          <p:nvPr/>
        </p:nvSpPr>
        <p:spPr>
          <a:xfrm>
            <a:off x="4952325" y="14580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31" name="Google Shape;931;p90"/>
          <p:cNvSpPr/>
          <p:nvPr/>
        </p:nvSpPr>
        <p:spPr>
          <a:xfrm>
            <a:off x="4846900" y="2028175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90"/>
          <p:cNvSpPr txBox="1"/>
          <p:nvPr/>
        </p:nvSpPr>
        <p:spPr>
          <a:xfrm>
            <a:off x="4952325" y="2069213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33" name="Google Shape;933;p90"/>
          <p:cNvSpPr txBox="1"/>
          <p:nvPr/>
        </p:nvSpPr>
        <p:spPr>
          <a:xfrm>
            <a:off x="4952325" y="2500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35" name="Google Shape;935;p90"/>
          <p:cNvSpPr/>
          <p:nvPr/>
        </p:nvSpPr>
        <p:spPr>
          <a:xfrm>
            <a:off x="4846900" y="3103850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6" name="Google Shape;936;p90"/>
          <p:cNvSpPr txBox="1"/>
          <p:nvPr/>
        </p:nvSpPr>
        <p:spPr>
          <a:xfrm>
            <a:off x="4952325" y="31448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37" name="Google Shape;937;p90"/>
          <p:cNvSpPr txBox="1"/>
          <p:nvPr/>
        </p:nvSpPr>
        <p:spPr>
          <a:xfrm>
            <a:off x="4952325" y="35765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39" name="Google Shape;939;p90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" name="Google Shape;508;p54">
            <a:extLst>
              <a:ext uri="{FF2B5EF4-FFF2-40B4-BE49-F238E27FC236}">
                <a16:creationId xmlns:a16="http://schemas.microsoft.com/office/drawing/2014/main" id="{8F298446-5279-7B4F-8BFC-0E62845CABE5}"/>
              </a:ext>
            </a:extLst>
          </p:cNvPr>
          <p:cNvSpPr/>
          <p:nvPr/>
        </p:nvSpPr>
        <p:spPr>
          <a:xfrm>
            <a:off x="8162313" y="113941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9" name="Google Shape;508;p54">
            <a:extLst>
              <a:ext uri="{FF2B5EF4-FFF2-40B4-BE49-F238E27FC236}">
                <a16:creationId xmlns:a16="http://schemas.microsoft.com/office/drawing/2014/main" id="{0BCD72FC-AD37-7642-9726-08A355BCBF8A}"/>
              </a:ext>
            </a:extLst>
          </p:cNvPr>
          <p:cNvSpPr/>
          <p:nvPr/>
        </p:nvSpPr>
        <p:spPr>
          <a:xfrm>
            <a:off x="8162312" y="2181310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0" name="Google Shape;508;p54">
            <a:extLst>
              <a:ext uri="{FF2B5EF4-FFF2-40B4-BE49-F238E27FC236}">
                <a16:creationId xmlns:a16="http://schemas.microsoft.com/office/drawing/2014/main" id="{C158BEC8-7A52-714B-B8AE-0F7B86BA7038}"/>
              </a:ext>
            </a:extLst>
          </p:cNvPr>
          <p:cNvSpPr/>
          <p:nvPr/>
        </p:nvSpPr>
        <p:spPr>
          <a:xfrm>
            <a:off x="8162311" y="325436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4" name="Google Shape;944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Google Shape;945;p91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46" name="Google Shape;946;p91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47" name="Google Shape;947;p91"/>
          <p:cNvSpPr/>
          <p:nvPr/>
        </p:nvSpPr>
        <p:spPr>
          <a:xfrm>
            <a:off x="4846900" y="985350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8" name="Google Shape;948;p91"/>
          <p:cNvSpPr txBox="1"/>
          <p:nvPr/>
        </p:nvSpPr>
        <p:spPr>
          <a:xfrm>
            <a:off x="4952325" y="10263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49" name="Google Shape;949;p91"/>
          <p:cNvSpPr txBox="1"/>
          <p:nvPr/>
        </p:nvSpPr>
        <p:spPr>
          <a:xfrm>
            <a:off x="4952325" y="14580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51" name="Google Shape;951;p91"/>
          <p:cNvSpPr/>
          <p:nvPr/>
        </p:nvSpPr>
        <p:spPr>
          <a:xfrm>
            <a:off x="4846900" y="2028175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91"/>
          <p:cNvSpPr txBox="1"/>
          <p:nvPr/>
        </p:nvSpPr>
        <p:spPr>
          <a:xfrm>
            <a:off x="4952325" y="2069213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53" name="Google Shape;953;p91"/>
          <p:cNvSpPr txBox="1"/>
          <p:nvPr/>
        </p:nvSpPr>
        <p:spPr>
          <a:xfrm>
            <a:off x="4952325" y="2500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55" name="Google Shape;955;p91"/>
          <p:cNvSpPr/>
          <p:nvPr/>
        </p:nvSpPr>
        <p:spPr>
          <a:xfrm>
            <a:off x="4846900" y="3103850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6" name="Google Shape;956;p91"/>
          <p:cNvSpPr txBox="1"/>
          <p:nvPr/>
        </p:nvSpPr>
        <p:spPr>
          <a:xfrm>
            <a:off x="4952325" y="31448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57" name="Google Shape;957;p91"/>
          <p:cNvSpPr txBox="1"/>
          <p:nvPr/>
        </p:nvSpPr>
        <p:spPr>
          <a:xfrm>
            <a:off x="4952325" y="35765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59" name="Google Shape;959;p91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60" name="Google Shape;960;p91"/>
          <p:cNvSpPr/>
          <p:nvPr/>
        </p:nvSpPr>
        <p:spPr>
          <a:xfrm>
            <a:off x="478975" y="2454900"/>
            <a:ext cx="37632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1" name="Google Shape;961;p91"/>
          <p:cNvSpPr/>
          <p:nvPr/>
        </p:nvSpPr>
        <p:spPr>
          <a:xfrm>
            <a:off x="5050475" y="985350"/>
            <a:ext cx="1676100" cy="1590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91"/>
          <p:cNvSpPr/>
          <p:nvPr/>
        </p:nvSpPr>
        <p:spPr>
          <a:xfrm>
            <a:off x="5050475" y="1786950"/>
            <a:ext cx="1676100" cy="1590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3" name="Google Shape;963;p91"/>
          <p:cNvSpPr/>
          <p:nvPr/>
        </p:nvSpPr>
        <p:spPr>
          <a:xfrm>
            <a:off x="5050475" y="1458075"/>
            <a:ext cx="1676100" cy="1131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4" name="Google Shape;964;p91"/>
          <p:cNvSpPr/>
          <p:nvPr/>
        </p:nvSpPr>
        <p:spPr>
          <a:xfrm>
            <a:off x="4846900" y="1144350"/>
            <a:ext cx="203700" cy="6426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508;p54">
            <a:extLst>
              <a:ext uri="{FF2B5EF4-FFF2-40B4-BE49-F238E27FC236}">
                <a16:creationId xmlns:a16="http://schemas.microsoft.com/office/drawing/2014/main" id="{E94D76EF-0545-F547-8A55-8BE499BE6E44}"/>
              </a:ext>
            </a:extLst>
          </p:cNvPr>
          <p:cNvSpPr/>
          <p:nvPr/>
        </p:nvSpPr>
        <p:spPr>
          <a:xfrm>
            <a:off x="8162313" y="113941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4" name="Google Shape;508;p54">
            <a:extLst>
              <a:ext uri="{FF2B5EF4-FFF2-40B4-BE49-F238E27FC236}">
                <a16:creationId xmlns:a16="http://schemas.microsoft.com/office/drawing/2014/main" id="{AE93F709-7C8F-DF4D-B5C9-3458D5D60BC2}"/>
              </a:ext>
            </a:extLst>
          </p:cNvPr>
          <p:cNvSpPr/>
          <p:nvPr/>
        </p:nvSpPr>
        <p:spPr>
          <a:xfrm>
            <a:off x="8162312" y="2181310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5" name="Google Shape;508;p54">
            <a:extLst>
              <a:ext uri="{FF2B5EF4-FFF2-40B4-BE49-F238E27FC236}">
                <a16:creationId xmlns:a16="http://schemas.microsoft.com/office/drawing/2014/main" id="{E234747A-38E1-5949-BEBF-A0CEC5C6EAFF}"/>
              </a:ext>
            </a:extLst>
          </p:cNvPr>
          <p:cNvSpPr/>
          <p:nvPr/>
        </p:nvSpPr>
        <p:spPr>
          <a:xfrm>
            <a:off x="8162311" y="325436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9" name="Google Shape;969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70" name="Google Shape;970;p92"/>
          <p:cNvSpPr/>
          <p:nvPr/>
        </p:nvSpPr>
        <p:spPr>
          <a:xfrm>
            <a:off x="493200" y="985350"/>
            <a:ext cx="40473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1" name="Google Shape;971;p92"/>
          <p:cNvSpPr txBox="1"/>
          <p:nvPr/>
        </p:nvSpPr>
        <p:spPr>
          <a:xfrm>
            <a:off x="598625" y="10263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72" name="Google Shape;972;p92"/>
          <p:cNvSpPr txBox="1"/>
          <p:nvPr/>
        </p:nvSpPr>
        <p:spPr>
          <a:xfrm>
            <a:off x="598625" y="14580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74" name="Google Shape;974;p92"/>
          <p:cNvSpPr/>
          <p:nvPr/>
        </p:nvSpPr>
        <p:spPr>
          <a:xfrm>
            <a:off x="493200" y="2028175"/>
            <a:ext cx="40473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p92"/>
          <p:cNvSpPr txBox="1"/>
          <p:nvPr/>
        </p:nvSpPr>
        <p:spPr>
          <a:xfrm>
            <a:off x="598625" y="2069213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76" name="Google Shape;976;p92"/>
          <p:cNvSpPr txBox="1"/>
          <p:nvPr/>
        </p:nvSpPr>
        <p:spPr>
          <a:xfrm>
            <a:off x="598625" y="2500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78" name="Google Shape;978;p92"/>
          <p:cNvSpPr/>
          <p:nvPr/>
        </p:nvSpPr>
        <p:spPr>
          <a:xfrm>
            <a:off x="493200" y="3103850"/>
            <a:ext cx="40473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9" name="Google Shape;979;p92"/>
          <p:cNvSpPr txBox="1"/>
          <p:nvPr/>
        </p:nvSpPr>
        <p:spPr>
          <a:xfrm>
            <a:off x="598625" y="31448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80" name="Google Shape;980;p92"/>
          <p:cNvSpPr txBox="1"/>
          <p:nvPr/>
        </p:nvSpPr>
        <p:spPr>
          <a:xfrm>
            <a:off x="598625" y="35765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82" name="Google Shape;982;p92"/>
          <p:cNvSpPr/>
          <p:nvPr/>
        </p:nvSpPr>
        <p:spPr>
          <a:xfrm>
            <a:off x="4635900" y="985350"/>
            <a:ext cx="4029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3" name="Google Shape;983;p92"/>
          <p:cNvSpPr txBox="1"/>
          <p:nvPr/>
        </p:nvSpPr>
        <p:spPr>
          <a:xfrm>
            <a:off x="4741325" y="10263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84" name="Google Shape;984;p92"/>
          <p:cNvSpPr txBox="1"/>
          <p:nvPr/>
        </p:nvSpPr>
        <p:spPr>
          <a:xfrm>
            <a:off x="4741325" y="14580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86" name="Google Shape;986;p92"/>
          <p:cNvSpPr/>
          <p:nvPr/>
        </p:nvSpPr>
        <p:spPr>
          <a:xfrm>
            <a:off x="4635900" y="2028175"/>
            <a:ext cx="4029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92"/>
          <p:cNvSpPr txBox="1"/>
          <p:nvPr/>
        </p:nvSpPr>
        <p:spPr>
          <a:xfrm>
            <a:off x="4741325" y="2069213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88" name="Google Shape;988;p92"/>
          <p:cNvSpPr txBox="1"/>
          <p:nvPr/>
        </p:nvSpPr>
        <p:spPr>
          <a:xfrm>
            <a:off x="4741325" y="2500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90" name="Google Shape;990;p92"/>
          <p:cNvSpPr/>
          <p:nvPr/>
        </p:nvSpPr>
        <p:spPr>
          <a:xfrm>
            <a:off x="4635900" y="3103850"/>
            <a:ext cx="4029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1" name="Google Shape;991;p92"/>
          <p:cNvSpPr txBox="1"/>
          <p:nvPr/>
        </p:nvSpPr>
        <p:spPr>
          <a:xfrm>
            <a:off x="4741325" y="31448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92" name="Google Shape;992;p92"/>
          <p:cNvSpPr txBox="1"/>
          <p:nvPr/>
        </p:nvSpPr>
        <p:spPr>
          <a:xfrm>
            <a:off x="4741325" y="35765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94" name="Google Shape;994;p92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8" name="Google Shape;508;p54">
            <a:extLst>
              <a:ext uri="{FF2B5EF4-FFF2-40B4-BE49-F238E27FC236}">
                <a16:creationId xmlns:a16="http://schemas.microsoft.com/office/drawing/2014/main" id="{08656553-26EA-D24D-84D5-58FC6E01AEC0}"/>
              </a:ext>
            </a:extLst>
          </p:cNvPr>
          <p:cNvSpPr/>
          <p:nvPr/>
        </p:nvSpPr>
        <p:spPr>
          <a:xfrm>
            <a:off x="4051816" y="1160192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9" name="Google Shape;508;p54">
            <a:extLst>
              <a:ext uri="{FF2B5EF4-FFF2-40B4-BE49-F238E27FC236}">
                <a16:creationId xmlns:a16="http://schemas.microsoft.com/office/drawing/2014/main" id="{C8705E51-CA5C-1F4B-B289-DEE0485A1794}"/>
              </a:ext>
            </a:extLst>
          </p:cNvPr>
          <p:cNvSpPr/>
          <p:nvPr/>
        </p:nvSpPr>
        <p:spPr>
          <a:xfrm>
            <a:off x="4051815" y="220209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0" name="Google Shape;508;p54">
            <a:extLst>
              <a:ext uri="{FF2B5EF4-FFF2-40B4-BE49-F238E27FC236}">
                <a16:creationId xmlns:a16="http://schemas.microsoft.com/office/drawing/2014/main" id="{D0EF315E-A932-6944-81DF-DFE5DF07015A}"/>
              </a:ext>
            </a:extLst>
          </p:cNvPr>
          <p:cNvSpPr/>
          <p:nvPr/>
        </p:nvSpPr>
        <p:spPr>
          <a:xfrm>
            <a:off x="4051814" y="3275142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1" name="Google Shape;508;p54">
            <a:extLst>
              <a:ext uri="{FF2B5EF4-FFF2-40B4-BE49-F238E27FC236}">
                <a16:creationId xmlns:a16="http://schemas.microsoft.com/office/drawing/2014/main" id="{C81C470B-AED4-2D46-A1C7-89B5A2AFEC6E}"/>
              </a:ext>
            </a:extLst>
          </p:cNvPr>
          <p:cNvSpPr/>
          <p:nvPr/>
        </p:nvSpPr>
        <p:spPr>
          <a:xfrm>
            <a:off x="8085975" y="1156727"/>
            <a:ext cx="431425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2" name="Google Shape;508;p54">
            <a:extLst>
              <a:ext uri="{FF2B5EF4-FFF2-40B4-BE49-F238E27FC236}">
                <a16:creationId xmlns:a16="http://schemas.microsoft.com/office/drawing/2014/main" id="{C7841FEC-D543-F14F-A62F-A7D92BDB2455}"/>
              </a:ext>
            </a:extLst>
          </p:cNvPr>
          <p:cNvSpPr/>
          <p:nvPr/>
        </p:nvSpPr>
        <p:spPr>
          <a:xfrm>
            <a:off x="8085975" y="220209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3" name="Google Shape;508;p54">
            <a:extLst>
              <a:ext uri="{FF2B5EF4-FFF2-40B4-BE49-F238E27FC236}">
                <a16:creationId xmlns:a16="http://schemas.microsoft.com/office/drawing/2014/main" id="{79F56A3D-7F92-D047-A535-8A4BF88CA126}"/>
              </a:ext>
            </a:extLst>
          </p:cNvPr>
          <p:cNvSpPr/>
          <p:nvPr/>
        </p:nvSpPr>
        <p:spPr>
          <a:xfrm>
            <a:off x="8085975" y="3271677"/>
            <a:ext cx="431423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06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9" name="Google Shape;999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0" name="Google Shape;1000;p93"/>
          <p:cNvSpPr/>
          <p:nvPr/>
        </p:nvSpPr>
        <p:spPr>
          <a:xfrm>
            <a:off x="478975" y="1009413"/>
            <a:ext cx="2099400" cy="681300"/>
          </a:xfrm>
          <a:prstGeom prst="roundRect">
            <a:avLst>
              <a:gd name="adj" fmla="val 18795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01" name="Google Shape;1001;p93"/>
          <p:cNvSpPr/>
          <p:nvPr/>
        </p:nvSpPr>
        <p:spPr>
          <a:xfrm>
            <a:off x="3586000" y="1009425"/>
            <a:ext cx="5079000" cy="6813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93"/>
          <p:cNvSpPr txBox="1"/>
          <p:nvPr/>
        </p:nvSpPr>
        <p:spPr>
          <a:xfrm>
            <a:off x="3712575" y="113302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03" name="Google Shape;1003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73200" y="1269886"/>
            <a:ext cx="578925" cy="160378"/>
          </a:xfrm>
          <a:prstGeom prst="rect">
            <a:avLst/>
          </a:prstGeom>
          <a:noFill/>
          <a:ln>
            <a:noFill/>
          </a:ln>
        </p:spPr>
      </p:pic>
      <p:sp>
        <p:nvSpPr>
          <p:cNvPr id="1004" name="Google Shape;1004;p93"/>
          <p:cNvSpPr/>
          <p:nvPr/>
        </p:nvSpPr>
        <p:spPr>
          <a:xfrm>
            <a:off x="478975" y="1781288"/>
            <a:ext cx="2099400" cy="681300"/>
          </a:xfrm>
          <a:prstGeom prst="roundRect">
            <a:avLst>
              <a:gd name="adj" fmla="val 18795"/>
            </a:avLst>
          </a:prstGeom>
          <a:solidFill>
            <a:srgbClr val="FBA1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05" name="Google Shape;1005;p93"/>
          <p:cNvSpPr/>
          <p:nvPr/>
        </p:nvSpPr>
        <p:spPr>
          <a:xfrm>
            <a:off x="3586000" y="1781303"/>
            <a:ext cx="5079000" cy="6813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93"/>
          <p:cNvSpPr txBox="1"/>
          <p:nvPr/>
        </p:nvSpPr>
        <p:spPr>
          <a:xfrm>
            <a:off x="3712575" y="1904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07" name="Google Shape;1007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73200" y="2041761"/>
            <a:ext cx="578925" cy="160378"/>
          </a:xfrm>
          <a:prstGeom prst="rect">
            <a:avLst/>
          </a:prstGeom>
          <a:noFill/>
          <a:ln>
            <a:noFill/>
          </a:ln>
        </p:spPr>
      </p:pic>
      <p:sp>
        <p:nvSpPr>
          <p:cNvPr id="1008" name="Google Shape;1008;p93"/>
          <p:cNvSpPr/>
          <p:nvPr/>
        </p:nvSpPr>
        <p:spPr>
          <a:xfrm>
            <a:off x="478975" y="2549075"/>
            <a:ext cx="2099400" cy="681300"/>
          </a:xfrm>
          <a:prstGeom prst="roundRect">
            <a:avLst>
              <a:gd name="adj" fmla="val 18795"/>
            </a:avLst>
          </a:prstGeom>
          <a:solidFill>
            <a:srgbClr val="FC8A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09" name="Google Shape;1009;p93"/>
          <p:cNvSpPr/>
          <p:nvPr/>
        </p:nvSpPr>
        <p:spPr>
          <a:xfrm>
            <a:off x="3586000" y="2549094"/>
            <a:ext cx="5079000" cy="6813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93"/>
          <p:cNvSpPr txBox="1"/>
          <p:nvPr/>
        </p:nvSpPr>
        <p:spPr>
          <a:xfrm>
            <a:off x="3712575" y="2672688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11" name="Google Shape;1011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73200" y="2809549"/>
            <a:ext cx="578925" cy="160378"/>
          </a:xfrm>
          <a:prstGeom prst="rect">
            <a:avLst/>
          </a:prstGeom>
          <a:noFill/>
          <a:ln>
            <a:noFill/>
          </a:ln>
        </p:spPr>
      </p:pic>
      <p:sp>
        <p:nvSpPr>
          <p:cNvPr id="1012" name="Google Shape;1012;p93"/>
          <p:cNvSpPr/>
          <p:nvPr/>
        </p:nvSpPr>
        <p:spPr>
          <a:xfrm>
            <a:off x="478975" y="3316875"/>
            <a:ext cx="2099400" cy="681300"/>
          </a:xfrm>
          <a:prstGeom prst="roundRect">
            <a:avLst>
              <a:gd name="adj" fmla="val 18795"/>
            </a:avLst>
          </a:prstGeom>
          <a:solidFill>
            <a:srgbClr val="FE73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13" name="Google Shape;1013;p93"/>
          <p:cNvSpPr/>
          <p:nvPr/>
        </p:nvSpPr>
        <p:spPr>
          <a:xfrm>
            <a:off x="3586000" y="3316897"/>
            <a:ext cx="5079000" cy="6813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" name="Google Shape;1014;p93"/>
          <p:cNvSpPr txBox="1"/>
          <p:nvPr/>
        </p:nvSpPr>
        <p:spPr>
          <a:xfrm>
            <a:off x="3712575" y="3440488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15" name="Google Shape;1015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73200" y="3577349"/>
            <a:ext cx="578925" cy="160378"/>
          </a:xfrm>
          <a:prstGeom prst="rect">
            <a:avLst/>
          </a:prstGeom>
          <a:noFill/>
          <a:ln>
            <a:noFill/>
          </a:ln>
        </p:spPr>
      </p:pic>
      <p:sp>
        <p:nvSpPr>
          <p:cNvPr id="1016" name="Google Shape;1016;p9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94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Задание</a:t>
            </a:r>
            <a:endParaRPr sz="4800" dirty="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022" name="Google Shape;1022;p94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023" name="Google Shape;1023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4" name="Google Shape;1024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25" name="Google Shape;1025;p94"/>
          <p:cNvSpPr txBox="1"/>
          <p:nvPr/>
        </p:nvSpPr>
        <p:spPr>
          <a:xfrm>
            <a:off x="402775" y="1192800"/>
            <a:ext cx="46314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примеров слайдов с заданиями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7247807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34C4D7-9129-B344-86FB-9B78C9586658}"/>
              </a:ext>
            </a:extLst>
          </p:cNvPr>
          <p:cNvSpPr/>
          <p:nvPr/>
        </p:nvSpPr>
        <p:spPr>
          <a:xfrm>
            <a:off x="3917602" y="780473"/>
            <a:ext cx="4746973" cy="3448627"/>
          </a:xfrm>
          <a:prstGeom prst="roundRect">
            <a:avLst>
              <a:gd name="adj" fmla="val 4684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999" name="Google Shape;999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6" name="Google Shape;1016;p9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1" name="Google Shape;1185;p104">
            <a:extLst>
              <a:ext uri="{FF2B5EF4-FFF2-40B4-BE49-F238E27FC236}">
                <a16:creationId xmlns:a16="http://schemas.microsoft.com/office/drawing/2014/main" id="{EF7EC90B-259C-414C-AAE6-2C8AFCF7FCF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6485" r="31246"/>
          <a:stretch/>
        </p:blipFill>
        <p:spPr>
          <a:xfrm>
            <a:off x="479425" y="780473"/>
            <a:ext cx="3438177" cy="3448627"/>
          </a:xfrm>
          <a:prstGeom prst="roundRect">
            <a:avLst>
              <a:gd name="adj" fmla="val 5415"/>
            </a:avLst>
          </a:prstGeom>
          <a:noFill/>
          <a:ln>
            <a:noFill/>
          </a:ln>
        </p:spPr>
      </p:pic>
      <p:sp>
        <p:nvSpPr>
          <p:cNvPr id="23" name="Google Shape;861;p87">
            <a:extLst>
              <a:ext uri="{FF2B5EF4-FFF2-40B4-BE49-F238E27FC236}">
                <a16:creationId xmlns:a16="http://schemas.microsoft.com/office/drawing/2014/main" id="{5D6273AA-CC23-6442-AA9B-6653F92DCF6F}"/>
              </a:ext>
            </a:extLst>
          </p:cNvPr>
          <p:cNvSpPr txBox="1"/>
          <p:nvPr/>
        </p:nvSpPr>
        <p:spPr>
          <a:xfrm>
            <a:off x="4572000" y="1338052"/>
            <a:ext cx="3410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4" name="Google Shape;864;p87">
            <a:extLst>
              <a:ext uri="{FF2B5EF4-FFF2-40B4-BE49-F238E27FC236}">
                <a16:creationId xmlns:a16="http://schemas.microsoft.com/office/drawing/2014/main" id="{FDEF8CFF-05E6-9A4B-9EB9-EC6E9C6FD7A1}"/>
              </a:ext>
            </a:extLst>
          </p:cNvPr>
          <p:cNvSpPr txBox="1"/>
          <p:nvPr/>
        </p:nvSpPr>
        <p:spPr>
          <a:xfrm>
            <a:off x="4572000" y="1860667"/>
            <a:ext cx="3410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5" name="Google Shape;867;p87">
            <a:extLst>
              <a:ext uri="{FF2B5EF4-FFF2-40B4-BE49-F238E27FC236}">
                <a16:creationId xmlns:a16="http://schemas.microsoft.com/office/drawing/2014/main" id="{54B37839-38A8-1F43-93ED-710D882544B2}"/>
              </a:ext>
            </a:extLst>
          </p:cNvPr>
          <p:cNvSpPr txBox="1"/>
          <p:nvPr/>
        </p:nvSpPr>
        <p:spPr>
          <a:xfrm>
            <a:off x="4572000" y="2399112"/>
            <a:ext cx="3410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6" name="Google Shape;870;p87">
            <a:extLst>
              <a:ext uri="{FF2B5EF4-FFF2-40B4-BE49-F238E27FC236}">
                <a16:creationId xmlns:a16="http://schemas.microsoft.com/office/drawing/2014/main" id="{EA8D8F25-B5D5-884E-9055-EA40A38FA047}"/>
              </a:ext>
            </a:extLst>
          </p:cNvPr>
          <p:cNvSpPr txBox="1"/>
          <p:nvPr/>
        </p:nvSpPr>
        <p:spPr>
          <a:xfrm>
            <a:off x="4572000" y="2965556"/>
            <a:ext cx="3410700" cy="929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7" name="Google Shape;873;p87">
            <a:extLst>
              <a:ext uri="{FF2B5EF4-FFF2-40B4-BE49-F238E27FC236}">
                <a16:creationId xmlns:a16="http://schemas.microsoft.com/office/drawing/2014/main" id="{1B34D978-55C7-444E-865D-000AB9ECE0CC}"/>
              </a:ext>
            </a:extLst>
          </p:cNvPr>
          <p:cNvSpPr txBox="1"/>
          <p:nvPr/>
        </p:nvSpPr>
        <p:spPr>
          <a:xfrm>
            <a:off x="4572000" y="3507540"/>
            <a:ext cx="3410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8" name="Google Shape;508;p54">
            <a:extLst>
              <a:ext uri="{FF2B5EF4-FFF2-40B4-BE49-F238E27FC236}">
                <a16:creationId xmlns:a16="http://schemas.microsoft.com/office/drawing/2014/main" id="{671B42AF-0DF3-0744-A49F-CD868095C3CE}"/>
              </a:ext>
            </a:extLst>
          </p:cNvPr>
          <p:cNvSpPr/>
          <p:nvPr/>
        </p:nvSpPr>
        <p:spPr>
          <a:xfrm>
            <a:off x="4187609" y="1456942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9" name="Google Shape;508;p54">
            <a:extLst>
              <a:ext uri="{FF2B5EF4-FFF2-40B4-BE49-F238E27FC236}">
                <a16:creationId xmlns:a16="http://schemas.microsoft.com/office/drawing/2014/main" id="{521B95FC-A1B1-F947-A95D-36876683815B}"/>
              </a:ext>
            </a:extLst>
          </p:cNvPr>
          <p:cNvSpPr/>
          <p:nvPr/>
        </p:nvSpPr>
        <p:spPr>
          <a:xfrm>
            <a:off x="4187609" y="1970870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0" name="Google Shape;508;p54">
            <a:extLst>
              <a:ext uri="{FF2B5EF4-FFF2-40B4-BE49-F238E27FC236}">
                <a16:creationId xmlns:a16="http://schemas.microsoft.com/office/drawing/2014/main" id="{A2DC5219-DBB5-5841-86C5-291D6E47569E}"/>
              </a:ext>
            </a:extLst>
          </p:cNvPr>
          <p:cNvSpPr/>
          <p:nvPr/>
        </p:nvSpPr>
        <p:spPr>
          <a:xfrm>
            <a:off x="4187609" y="2495875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1" name="Google Shape;508;p54">
            <a:extLst>
              <a:ext uri="{FF2B5EF4-FFF2-40B4-BE49-F238E27FC236}">
                <a16:creationId xmlns:a16="http://schemas.microsoft.com/office/drawing/2014/main" id="{D7C65744-8CC5-654A-BA7E-DD868CDBF8F5}"/>
              </a:ext>
            </a:extLst>
          </p:cNvPr>
          <p:cNvSpPr/>
          <p:nvPr/>
        </p:nvSpPr>
        <p:spPr>
          <a:xfrm>
            <a:off x="4187609" y="3072419"/>
            <a:ext cx="384391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2" name="Google Shape;508;p54">
            <a:extLst>
              <a:ext uri="{FF2B5EF4-FFF2-40B4-BE49-F238E27FC236}">
                <a16:creationId xmlns:a16="http://schemas.microsoft.com/office/drawing/2014/main" id="{22A79CBD-E563-074C-A9DC-59770BE42E6D}"/>
              </a:ext>
            </a:extLst>
          </p:cNvPr>
          <p:cNvSpPr/>
          <p:nvPr/>
        </p:nvSpPr>
        <p:spPr>
          <a:xfrm>
            <a:off x="4187609" y="362627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3" name="Google Shape;573;p58">
            <a:extLst>
              <a:ext uri="{FF2B5EF4-FFF2-40B4-BE49-F238E27FC236}">
                <a16:creationId xmlns:a16="http://schemas.microsoft.com/office/drawing/2014/main" id="{8C5680ED-292F-0D4A-9A25-6733E0B2703D}"/>
              </a:ext>
            </a:extLst>
          </p:cNvPr>
          <p:cNvSpPr txBox="1"/>
          <p:nvPr/>
        </p:nvSpPr>
        <p:spPr>
          <a:xfrm>
            <a:off x="4152440" y="831767"/>
            <a:ext cx="1465845" cy="431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Задание</a:t>
            </a:r>
            <a:endParaRPr sz="2000" b="1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5" name="Google Shape;570;p58">
            <a:extLst>
              <a:ext uri="{FF2B5EF4-FFF2-40B4-BE49-F238E27FC236}">
                <a16:creationId xmlns:a16="http://schemas.microsoft.com/office/drawing/2014/main" id="{6049BC37-E3DB-C345-B93C-93494E5C27A7}"/>
              </a:ext>
            </a:extLst>
          </p:cNvPr>
          <p:cNvSpPr/>
          <p:nvPr/>
        </p:nvSpPr>
        <p:spPr>
          <a:xfrm>
            <a:off x="7704016" y="971386"/>
            <a:ext cx="763918" cy="291564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 минуты</a:t>
            </a:r>
            <a:endParaRPr sz="8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8353124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34C4D7-9129-B344-86FB-9B78C9586658}"/>
              </a:ext>
            </a:extLst>
          </p:cNvPr>
          <p:cNvSpPr/>
          <p:nvPr/>
        </p:nvSpPr>
        <p:spPr>
          <a:xfrm>
            <a:off x="3917602" y="780473"/>
            <a:ext cx="4746973" cy="3448627"/>
          </a:xfrm>
          <a:prstGeom prst="roundRect">
            <a:avLst>
              <a:gd name="adj" fmla="val 4684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999" name="Google Shape;999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6" name="Google Shape;1016;p9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1" name="Google Shape;1185;p104">
            <a:extLst>
              <a:ext uri="{FF2B5EF4-FFF2-40B4-BE49-F238E27FC236}">
                <a16:creationId xmlns:a16="http://schemas.microsoft.com/office/drawing/2014/main" id="{EF7EC90B-259C-414C-AAE6-2C8AFCF7FCF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6485" r="31246"/>
          <a:stretch/>
        </p:blipFill>
        <p:spPr>
          <a:xfrm>
            <a:off x="479425" y="780473"/>
            <a:ext cx="3438177" cy="3448627"/>
          </a:xfrm>
          <a:prstGeom prst="roundRect">
            <a:avLst>
              <a:gd name="adj" fmla="val 5415"/>
            </a:avLst>
          </a:prstGeom>
          <a:noFill/>
          <a:ln>
            <a:noFill/>
          </a:ln>
        </p:spPr>
      </p:pic>
      <p:sp>
        <p:nvSpPr>
          <p:cNvPr id="23" name="Google Shape;861;p87">
            <a:extLst>
              <a:ext uri="{FF2B5EF4-FFF2-40B4-BE49-F238E27FC236}">
                <a16:creationId xmlns:a16="http://schemas.microsoft.com/office/drawing/2014/main" id="{5D6273AA-CC23-6442-AA9B-6653F92DCF6F}"/>
              </a:ext>
            </a:extLst>
          </p:cNvPr>
          <p:cNvSpPr txBox="1"/>
          <p:nvPr/>
        </p:nvSpPr>
        <p:spPr>
          <a:xfrm>
            <a:off x="4152440" y="1350873"/>
            <a:ext cx="4200252" cy="2165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-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-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 Несколько пунктов/перечислений в одну, две или больше строк.  Несколько пунктов/перечислений в одну, две или больше строк. Несколько пунктов/перечислений в одну, две или больше строк. </a:t>
            </a:r>
          </a:p>
          <a:p>
            <a:pPr>
              <a:lnSpc>
                <a:spcPct val="130000"/>
              </a:lnSpc>
            </a:pPr>
            <a:endParaRPr lang="ru-RU"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33" name="Google Shape;573;p58">
            <a:extLst>
              <a:ext uri="{FF2B5EF4-FFF2-40B4-BE49-F238E27FC236}">
                <a16:creationId xmlns:a16="http://schemas.microsoft.com/office/drawing/2014/main" id="{8C5680ED-292F-0D4A-9A25-6733E0B2703D}"/>
              </a:ext>
            </a:extLst>
          </p:cNvPr>
          <p:cNvSpPr txBox="1"/>
          <p:nvPr/>
        </p:nvSpPr>
        <p:spPr>
          <a:xfrm>
            <a:off x="4152440" y="831767"/>
            <a:ext cx="1465845" cy="431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Задание</a:t>
            </a:r>
            <a:endParaRPr sz="2000" b="1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5" name="Google Shape;570;p58">
            <a:extLst>
              <a:ext uri="{FF2B5EF4-FFF2-40B4-BE49-F238E27FC236}">
                <a16:creationId xmlns:a16="http://schemas.microsoft.com/office/drawing/2014/main" id="{6049BC37-E3DB-C345-B93C-93494E5C27A7}"/>
              </a:ext>
            </a:extLst>
          </p:cNvPr>
          <p:cNvSpPr/>
          <p:nvPr/>
        </p:nvSpPr>
        <p:spPr>
          <a:xfrm>
            <a:off x="4301393" y="3726793"/>
            <a:ext cx="763918" cy="291564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 минуты</a:t>
            </a:r>
            <a:endParaRPr sz="8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8433531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94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Timeline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022" name="Google Shape;1022;p94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023" name="Google Shape;1023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4" name="Google Shape;1024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25" name="Google Shape;1025;p94"/>
          <p:cNvSpPr txBox="1"/>
          <p:nvPr/>
        </p:nvSpPr>
        <p:spPr>
          <a:xfrm>
            <a:off x="402775" y="1192800"/>
            <a:ext cx="463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примеров слайдов со сроками.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Google Shape;1030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718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1" name="Google Shape;1031;p95"/>
          <p:cNvCxnSpPr/>
          <p:nvPr/>
        </p:nvCxnSpPr>
        <p:spPr>
          <a:xfrm flipH="1">
            <a:off x="471831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2" name="Google Shape;1032;p95"/>
          <p:cNvCxnSpPr/>
          <p:nvPr/>
        </p:nvCxnSpPr>
        <p:spPr>
          <a:xfrm flipH="1">
            <a:off x="1623023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3" name="Google Shape;1033;p95"/>
          <p:cNvCxnSpPr/>
          <p:nvPr/>
        </p:nvCxnSpPr>
        <p:spPr>
          <a:xfrm flipH="1">
            <a:off x="2774215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4" name="Google Shape;1034;p95"/>
          <p:cNvCxnSpPr/>
          <p:nvPr/>
        </p:nvCxnSpPr>
        <p:spPr>
          <a:xfrm flipH="1">
            <a:off x="3925407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5" name="Google Shape;1035;p95"/>
          <p:cNvCxnSpPr/>
          <p:nvPr/>
        </p:nvCxnSpPr>
        <p:spPr>
          <a:xfrm flipH="1">
            <a:off x="5076599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6" name="Google Shape;1036;p95"/>
          <p:cNvCxnSpPr/>
          <p:nvPr/>
        </p:nvCxnSpPr>
        <p:spPr>
          <a:xfrm flipH="1">
            <a:off x="6227791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7" name="Google Shape;1037;p95"/>
          <p:cNvCxnSpPr/>
          <p:nvPr/>
        </p:nvCxnSpPr>
        <p:spPr>
          <a:xfrm flipH="1">
            <a:off x="7378983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8" name="Google Shape;1038;p95"/>
          <p:cNvCxnSpPr/>
          <p:nvPr/>
        </p:nvCxnSpPr>
        <p:spPr>
          <a:xfrm flipH="1">
            <a:off x="8530175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9" name="Google Shape;1039;p95"/>
          <p:cNvSpPr txBox="1"/>
          <p:nvPr/>
        </p:nvSpPr>
        <p:spPr>
          <a:xfrm>
            <a:off x="499000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24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0" name="Google Shape;1040;p95"/>
          <p:cNvSpPr txBox="1"/>
          <p:nvPr/>
        </p:nvSpPr>
        <p:spPr>
          <a:xfrm>
            <a:off x="1640401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25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1" name="Google Shape;1041;p95"/>
          <p:cNvSpPr txBox="1"/>
          <p:nvPr/>
        </p:nvSpPr>
        <p:spPr>
          <a:xfrm>
            <a:off x="2795473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26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2" name="Google Shape;1042;p95"/>
          <p:cNvSpPr txBox="1"/>
          <p:nvPr/>
        </p:nvSpPr>
        <p:spPr>
          <a:xfrm>
            <a:off x="3950571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27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3" name="Google Shape;1043;p95"/>
          <p:cNvSpPr txBox="1"/>
          <p:nvPr/>
        </p:nvSpPr>
        <p:spPr>
          <a:xfrm>
            <a:off x="5105618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28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4" name="Google Shape;1044;p95"/>
          <p:cNvSpPr txBox="1"/>
          <p:nvPr/>
        </p:nvSpPr>
        <p:spPr>
          <a:xfrm>
            <a:off x="6260715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29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5" name="Google Shape;1045;p95"/>
          <p:cNvSpPr txBox="1"/>
          <p:nvPr/>
        </p:nvSpPr>
        <p:spPr>
          <a:xfrm>
            <a:off x="7402204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30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6" name="Google Shape;1046;p95"/>
          <p:cNvSpPr/>
          <p:nvPr/>
        </p:nvSpPr>
        <p:spPr>
          <a:xfrm>
            <a:off x="537550" y="2609525"/>
            <a:ext cx="2175300" cy="434100"/>
          </a:xfrm>
          <a:prstGeom prst="roundRect">
            <a:avLst>
              <a:gd name="adj" fmla="val 1879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3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этапа </a:t>
            </a:r>
            <a:endParaRPr sz="800">
              <a:solidFill>
                <a:schemeClr val="accent3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3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800">
              <a:solidFill>
                <a:schemeClr val="accent3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47" name="Google Shape;1047;p95"/>
          <p:cNvSpPr/>
          <p:nvPr/>
        </p:nvSpPr>
        <p:spPr>
          <a:xfrm>
            <a:off x="537550" y="3101850"/>
            <a:ext cx="2175300" cy="993000"/>
          </a:xfrm>
          <a:prstGeom prst="roundRect">
            <a:avLst>
              <a:gd name="adj" fmla="val 798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Заголовок (при необходимости)</a:t>
            </a:r>
            <a:endParaRPr sz="800">
              <a:solidFill>
                <a:schemeClr val="dk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(по необходимости) этапа, действия, результата работы за определенный срок. Текст в две, три или больше строк.</a:t>
            </a:r>
            <a:endParaRPr sz="7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8" name="Google Shape;1048;p95"/>
          <p:cNvSpPr/>
          <p:nvPr/>
        </p:nvSpPr>
        <p:spPr>
          <a:xfrm>
            <a:off x="2849313" y="1427700"/>
            <a:ext cx="2175300" cy="434100"/>
          </a:xfrm>
          <a:prstGeom prst="roundRect">
            <a:avLst>
              <a:gd name="adj" fmla="val 18795"/>
            </a:avLst>
          </a:prstGeom>
          <a:solidFill>
            <a:srgbClr val="F8CFB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этапа </a:t>
            </a:r>
            <a:endParaRPr sz="8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8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49" name="Google Shape;1049;p95"/>
          <p:cNvSpPr/>
          <p:nvPr/>
        </p:nvSpPr>
        <p:spPr>
          <a:xfrm>
            <a:off x="2849313" y="1920025"/>
            <a:ext cx="2175300" cy="993000"/>
          </a:xfrm>
          <a:prstGeom prst="roundRect">
            <a:avLst>
              <a:gd name="adj" fmla="val 798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Заголовок (при необходимости)</a:t>
            </a:r>
            <a:endParaRPr sz="800">
              <a:solidFill>
                <a:schemeClr val="dk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(по необходимости) этапа, действия, результата работы за определенный срок. Текст в две, три или больше строк.</a:t>
            </a:r>
            <a:endParaRPr sz="7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50" name="Google Shape;1050;p95"/>
          <p:cNvSpPr/>
          <p:nvPr/>
        </p:nvSpPr>
        <p:spPr>
          <a:xfrm>
            <a:off x="5151675" y="1927075"/>
            <a:ext cx="1623600" cy="634500"/>
          </a:xfrm>
          <a:prstGeom prst="roundRect">
            <a:avLst>
              <a:gd name="adj" fmla="val 18795"/>
            </a:avLst>
          </a:prstGeom>
          <a:solidFill>
            <a:srgbClr val="E5EB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rgbClr val="5E8EDD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этапа в одну или две строки</a:t>
            </a:r>
            <a:endParaRPr sz="800">
              <a:solidFill>
                <a:srgbClr val="5E8EDD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51" name="Google Shape;1051;p95"/>
          <p:cNvSpPr/>
          <p:nvPr/>
        </p:nvSpPr>
        <p:spPr>
          <a:xfrm>
            <a:off x="5151675" y="2623650"/>
            <a:ext cx="1623600" cy="1186200"/>
          </a:xfrm>
          <a:prstGeom prst="roundRect">
            <a:avLst>
              <a:gd name="adj" fmla="val 798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Заголовок (при необходимости)</a:t>
            </a:r>
            <a:endParaRPr sz="800">
              <a:solidFill>
                <a:schemeClr val="dk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(по необходимости) этапа, действия, результата работы за определенный срок. Текст в две, три или больше строк.</a:t>
            </a:r>
            <a:endParaRPr sz="7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52" name="Google Shape;1052;p95"/>
          <p:cNvSpPr/>
          <p:nvPr/>
        </p:nvSpPr>
        <p:spPr>
          <a:xfrm>
            <a:off x="7455975" y="1987550"/>
            <a:ext cx="1216200" cy="634500"/>
          </a:xfrm>
          <a:prstGeom prst="roundRect">
            <a:avLst>
              <a:gd name="adj" fmla="val 18795"/>
            </a:avLst>
          </a:prstGeom>
          <a:solidFill>
            <a:srgbClr val="F8CFB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этапа </a:t>
            </a:r>
            <a:endParaRPr sz="8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8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53" name="Google Shape;1053;p95"/>
          <p:cNvSpPr/>
          <p:nvPr/>
        </p:nvSpPr>
        <p:spPr>
          <a:xfrm>
            <a:off x="7455875" y="2682450"/>
            <a:ext cx="1216200" cy="1412400"/>
          </a:xfrm>
          <a:prstGeom prst="roundRect">
            <a:avLst>
              <a:gd name="adj" fmla="val 798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Заголовок (при необходимости)</a:t>
            </a:r>
            <a:endParaRPr sz="800">
              <a:solidFill>
                <a:schemeClr val="dk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(по необходимости) этапа, действия, результата работы за определенный срок. Текст в две, три или больше строк.</a:t>
            </a:r>
            <a:endParaRPr sz="7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54" name="Google Shape;1054;p95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9" name="Google Shape;1059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0" name="Google Shape;1060;p96"/>
          <p:cNvSpPr/>
          <p:nvPr/>
        </p:nvSpPr>
        <p:spPr>
          <a:xfrm>
            <a:off x="478975" y="1806450"/>
            <a:ext cx="1983300" cy="591000"/>
          </a:xfrm>
          <a:prstGeom prst="roundRect">
            <a:avLst>
              <a:gd name="adj" fmla="val 18795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61" name="Google Shape;1061;p96"/>
          <p:cNvSpPr/>
          <p:nvPr/>
        </p:nvSpPr>
        <p:spPr>
          <a:xfrm>
            <a:off x="478975" y="2479775"/>
            <a:ext cx="1983300" cy="1371300"/>
          </a:xfrm>
          <a:prstGeom prst="roundRect">
            <a:avLst>
              <a:gd name="adj" fmla="val 9191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2" name="Google Shape;1062;p96"/>
          <p:cNvSpPr txBox="1"/>
          <p:nvPr/>
        </p:nvSpPr>
        <p:spPr>
          <a:xfrm>
            <a:off x="561063" y="2533650"/>
            <a:ext cx="1787700" cy="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описании становится ясно, о чем будет идти речь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данном пункте.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63" name="Google Shape;1063;p96"/>
          <p:cNvSpPr/>
          <p:nvPr/>
        </p:nvSpPr>
        <p:spPr>
          <a:xfrm>
            <a:off x="676768" y="3696275"/>
            <a:ext cx="1587600" cy="3018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Дата периода (если надо)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64" name="Google Shape;1064;p96"/>
          <p:cNvSpPr/>
          <p:nvPr/>
        </p:nvSpPr>
        <p:spPr>
          <a:xfrm>
            <a:off x="2546523" y="1518100"/>
            <a:ext cx="1983300" cy="591000"/>
          </a:xfrm>
          <a:prstGeom prst="roundRect">
            <a:avLst>
              <a:gd name="adj" fmla="val 18795"/>
            </a:avLst>
          </a:prstGeom>
          <a:solidFill>
            <a:srgbClr val="FBA1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65" name="Google Shape;1065;p96"/>
          <p:cNvSpPr/>
          <p:nvPr/>
        </p:nvSpPr>
        <p:spPr>
          <a:xfrm>
            <a:off x="2546530" y="2184175"/>
            <a:ext cx="1983300" cy="1667100"/>
          </a:xfrm>
          <a:prstGeom prst="roundRect">
            <a:avLst>
              <a:gd name="adj" fmla="val 9191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6" name="Google Shape;1066;p96"/>
          <p:cNvSpPr/>
          <p:nvPr/>
        </p:nvSpPr>
        <p:spPr>
          <a:xfrm>
            <a:off x="4614071" y="1272925"/>
            <a:ext cx="1983300" cy="591000"/>
          </a:xfrm>
          <a:prstGeom prst="roundRect">
            <a:avLst>
              <a:gd name="adj" fmla="val 18795"/>
            </a:avLst>
          </a:prstGeom>
          <a:solidFill>
            <a:srgbClr val="FC8A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67" name="Google Shape;1067;p96"/>
          <p:cNvSpPr/>
          <p:nvPr/>
        </p:nvSpPr>
        <p:spPr>
          <a:xfrm>
            <a:off x="4614060" y="1937850"/>
            <a:ext cx="1983300" cy="1913400"/>
          </a:xfrm>
          <a:prstGeom prst="roundRect">
            <a:avLst>
              <a:gd name="adj" fmla="val 9191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8" name="Google Shape;1068;p96"/>
          <p:cNvSpPr/>
          <p:nvPr/>
        </p:nvSpPr>
        <p:spPr>
          <a:xfrm>
            <a:off x="6681619" y="927100"/>
            <a:ext cx="1983300" cy="591000"/>
          </a:xfrm>
          <a:prstGeom prst="roundRect">
            <a:avLst>
              <a:gd name="adj" fmla="val 18795"/>
            </a:avLst>
          </a:prstGeom>
          <a:solidFill>
            <a:srgbClr val="FE73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69" name="Google Shape;1069;p96"/>
          <p:cNvSpPr/>
          <p:nvPr/>
        </p:nvSpPr>
        <p:spPr>
          <a:xfrm>
            <a:off x="6681616" y="1592975"/>
            <a:ext cx="1983300" cy="2258100"/>
          </a:xfrm>
          <a:prstGeom prst="roundRect">
            <a:avLst>
              <a:gd name="adj" fmla="val 9191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0" name="Google Shape;1070;p96"/>
          <p:cNvSpPr/>
          <p:nvPr/>
        </p:nvSpPr>
        <p:spPr>
          <a:xfrm>
            <a:off x="2744247" y="3696275"/>
            <a:ext cx="1587600" cy="3018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Дата периода (если надо)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1" name="Google Shape;1071;p96"/>
          <p:cNvSpPr/>
          <p:nvPr/>
        </p:nvSpPr>
        <p:spPr>
          <a:xfrm>
            <a:off x="4811777" y="3696275"/>
            <a:ext cx="1587600" cy="3018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Дата периода (если надо)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2" name="Google Shape;1072;p96"/>
          <p:cNvSpPr/>
          <p:nvPr/>
        </p:nvSpPr>
        <p:spPr>
          <a:xfrm>
            <a:off x="6879307" y="3696275"/>
            <a:ext cx="1587600" cy="3018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Дата периода (если надо)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3" name="Google Shape;1073;p96"/>
          <p:cNvSpPr txBox="1"/>
          <p:nvPr/>
        </p:nvSpPr>
        <p:spPr>
          <a:xfrm>
            <a:off x="2644379" y="2225225"/>
            <a:ext cx="1787700" cy="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описании становится ясно, о чем будет идти речь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данном пункте.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4" name="Google Shape;1074;p96"/>
          <p:cNvSpPr txBox="1"/>
          <p:nvPr/>
        </p:nvSpPr>
        <p:spPr>
          <a:xfrm>
            <a:off x="4711922" y="1987100"/>
            <a:ext cx="1787700" cy="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описании становится ясно, о чем будет идти речь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данном пункте.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5" name="Google Shape;1075;p96"/>
          <p:cNvSpPr txBox="1"/>
          <p:nvPr/>
        </p:nvSpPr>
        <p:spPr>
          <a:xfrm>
            <a:off x="6779451" y="1625825"/>
            <a:ext cx="1787700" cy="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описании становится ясно, о чем будет идти речь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данном пункте.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6" name="Google Shape;1076;p96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97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Мокап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устройства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082" name="Google Shape;1082;p97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083" name="Google Shape;1083;p9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84" name="Google Shape;1084;p9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9" name="Google Shape;1089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71875" y="44167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0" name="Google Shape;1090;p98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91" name="Google Shape;1091;p98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92" name="Google Shape;1092;p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7725" y="569400"/>
            <a:ext cx="4762839" cy="400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3" name="Google Shape;1093;p98"/>
          <p:cNvPicPr preferRelativeResize="0"/>
          <p:nvPr/>
        </p:nvPicPr>
        <p:blipFill rotWithShape="1">
          <a:blip r:embed="rId5">
            <a:alphaModFix/>
          </a:blip>
          <a:srcRect r="1477"/>
          <a:stretch/>
        </p:blipFill>
        <p:spPr>
          <a:xfrm>
            <a:off x="4899450" y="817675"/>
            <a:ext cx="4389401" cy="2480649"/>
          </a:xfrm>
          <a:prstGeom prst="rect">
            <a:avLst/>
          </a:prstGeom>
          <a:noFill/>
          <a:ln>
            <a:noFill/>
          </a:ln>
        </p:spPr>
      </p:pic>
      <p:sp>
        <p:nvSpPr>
          <p:cNvPr id="1094" name="Google Shape;1094;p9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9" name="Google Shape;1099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0" name="Google Shape;1100;p99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01" name="Google Shape;1101;p99"/>
          <p:cNvSpPr txBox="1"/>
          <p:nvPr/>
        </p:nvSpPr>
        <p:spPr>
          <a:xfrm>
            <a:off x="402775" y="2126088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02" name="Google Shape;1102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35450" y="569400"/>
            <a:ext cx="5991475" cy="35164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3" name="Google Shape;1103;p99"/>
          <p:cNvSpPr/>
          <p:nvPr/>
        </p:nvSpPr>
        <p:spPr>
          <a:xfrm>
            <a:off x="479075" y="3702900"/>
            <a:ext cx="966000" cy="961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4" name="Google Shape;1104;p99"/>
          <p:cNvSpPr txBox="1"/>
          <p:nvPr/>
        </p:nvSpPr>
        <p:spPr>
          <a:xfrm>
            <a:off x="478975" y="3914250"/>
            <a:ext cx="96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тут qr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(если надо)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05" name="Google Shape;1105;p99"/>
          <p:cNvSpPr/>
          <p:nvPr/>
        </p:nvSpPr>
        <p:spPr>
          <a:xfrm>
            <a:off x="1595800" y="3925500"/>
            <a:ext cx="1803600" cy="738900"/>
          </a:xfrm>
          <a:prstGeom prst="roundRect">
            <a:avLst>
              <a:gd name="adj" fmla="val 2517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Имя спикера,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выступления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(если надо)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06" name="Google Shape;1106;p99"/>
          <p:cNvPicPr preferRelativeResize="0"/>
          <p:nvPr/>
        </p:nvPicPr>
        <p:blipFill rotWithShape="1">
          <a:blip r:embed="rId5">
            <a:alphaModFix/>
          </a:blip>
          <a:srcRect r="10905"/>
          <a:stretch/>
        </p:blipFill>
        <p:spPr>
          <a:xfrm>
            <a:off x="5077800" y="813625"/>
            <a:ext cx="4528599" cy="283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7" name="Google Shape;1107;p9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2" name="Google Shape;1112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3" name="Google Shape;1113;p1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7675" y="571489"/>
            <a:ext cx="2013601" cy="3980549"/>
          </a:xfrm>
          <a:prstGeom prst="rect">
            <a:avLst/>
          </a:prstGeom>
          <a:noFill/>
          <a:ln>
            <a:noFill/>
          </a:ln>
        </p:spPr>
      </p:pic>
      <p:sp>
        <p:nvSpPr>
          <p:cNvPr id="1114" name="Google Shape;1114;p100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15" name="Google Shape;1115;p100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16" name="Google Shape;1116;p100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101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Шаблон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фреймворка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122" name="Google Shape;1122;p101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123" name="Google Shape;1123;p10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4" name="Google Shape;1124;p10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p102"/>
          <p:cNvSpPr/>
          <p:nvPr/>
        </p:nvSpPr>
        <p:spPr>
          <a:xfrm>
            <a:off x="478975" y="479100"/>
            <a:ext cx="2658900" cy="274200"/>
          </a:xfrm>
          <a:prstGeom prst="roundRect">
            <a:avLst>
              <a:gd name="adj" fmla="val 50000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Полезно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30" name="Google Shape;1130;p102"/>
          <p:cNvSpPr/>
          <p:nvPr/>
        </p:nvSpPr>
        <p:spPr>
          <a:xfrm>
            <a:off x="478975" y="832850"/>
            <a:ext cx="2658900" cy="3831600"/>
          </a:xfrm>
          <a:prstGeom prst="roundRect">
            <a:avLst>
              <a:gd name="adj" fmla="val 91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102"/>
          <p:cNvSpPr/>
          <p:nvPr/>
        </p:nvSpPr>
        <p:spPr>
          <a:xfrm>
            <a:off x="3242512" y="479100"/>
            <a:ext cx="2658900" cy="274200"/>
          </a:xfrm>
          <a:prstGeom prst="roundRect">
            <a:avLst>
              <a:gd name="adj" fmla="val 50000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Понятно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32" name="Google Shape;1132;p102"/>
          <p:cNvSpPr/>
          <p:nvPr/>
        </p:nvSpPr>
        <p:spPr>
          <a:xfrm>
            <a:off x="6006049" y="479100"/>
            <a:ext cx="2658900" cy="274200"/>
          </a:xfrm>
          <a:prstGeom prst="roundRect">
            <a:avLst>
              <a:gd name="adj" fmla="val 50000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Красиво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33" name="Google Shape;1133;p102"/>
          <p:cNvSpPr txBox="1"/>
          <p:nvPr/>
        </p:nvSpPr>
        <p:spPr>
          <a:xfrm>
            <a:off x="619779" y="1097500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34" name="Google Shape;1134;p102"/>
          <p:cNvSpPr txBox="1"/>
          <p:nvPr/>
        </p:nvSpPr>
        <p:spPr>
          <a:xfrm>
            <a:off x="619763" y="932350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35" name="Google Shape;1135;p102"/>
          <p:cNvSpPr txBox="1"/>
          <p:nvPr/>
        </p:nvSpPr>
        <p:spPr>
          <a:xfrm>
            <a:off x="2694627" y="893225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1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36" name="Google Shape;1136;p102"/>
          <p:cNvCxnSpPr/>
          <p:nvPr/>
        </p:nvCxnSpPr>
        <p:spPr>
          <a:xfrm>
            <a:off x="478975" y="1712075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7" name="Google Shape;1137;p102"/>
          <p:cNvSpPr txBox="1"/>
          <p:nvPr/>
        </p:nvSpPr>
        <p:spPr>
          <a:xfrm>
            <a:off x="619779" y="205627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38" name="Google Shape;1138;p102"/>
          <p:cNvSpPr txBox="1"/>
          <p:nvPr/>
        </p:nvSpPr>
        <p:spPr>
          <a:xfrm>
            <a:off x="619763" y="189112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39" name="Google Shape;1139;p102"/>
          <p:cNvSpPr txBox="1"/>
          <p:nvPr/>
        </p:nvSpPr>
        <p:spPr>
          <a:xfrm>
            <a:off x="2694627" y="185200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2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40" name="Google Shape;1140;p102"/>
          <p:cNvCxnSpPr/>
          <p:nvPr/>
        </p:nvCxnSpPr>
        <p:spPr>
          <a:xfrm>
            <a:off x="478975" y="267085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1" name="Google Shape;1141;p102"/>
          <p:cNvSpPr txBox="1"/>
          <p:nvPr/>
        </p:nvSpPr>
        <p:spPr>
          <a:xfrm>
            <a:off x="619779" y="304232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42" name="Google Shape;1142;p102"/>
          <p:cNvSpPr txBox="1"/>
          <p:nvPr/>
        </p:nvSpPr>
        <p:spPr>
          <a:xfrm>
            <a:off x="619763" y="28771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43" name="Google Shape;1143;p102"/>
          <p:cNvSpPr txBox="1"/>
          <p:nvPr/>
        </p:nvSpPr>
        <p:spPr>
          <a:xfrm>
            <a:off x="2694627" y="283805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3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44" name="Google Shape;1144;p102"/>
          <p:cNvCxnSpPr/>
          <p:nvPr/>
        </p:nvCxnSpPr>
        <p:spPr>
          <a:xfrm>
            <a:off x="478975" y="365690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5" name="Google Shape;1145;p102"/>
          <p:cNvSpPr txBox="1"/>
          <p:nvPr/>
        </p:nvSpPr>
        <p:spPr>
          <a:xfrm>
            <a:off x="619779" y="396072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46" name="Google Shape;1146;p102"/>
          <p:cNvSpPr txBox="1"/>
          <p:nvPr/>
        </p:nvSpPr>
        <p:spPr>
          <a:xfrm>
            <a:off x="619763" y="37955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47" name="Google Shape;1147;p102"/>
          <p:cNvSpPr txBox="1"/>
          <p:nvPr/>
        </p:nvSpPr>
        <p:spPr>
          <a:xfrm>
            <a:off x="2694627" y="375645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4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sp>
        <p:nvSpPr>
          <p:cNvPr id="1148" name="Google Shape;1148;p102"/>
          <p:cNvSpPr/>
          <p:nvPr/>
        </p:nvSpPr>
        <p:spPr>
          <a:xfrm>
            <a:off x="3242050" y="832850"/>
            <a:ext cx="2658900" cy="3831600"/>
          </a:xfrm>
          <a:prstGeom prst="roundRect">
            <a:avLst>
              <a:gd name="adj" fmla="val 91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9" name="Google Shape;1149;p102"/>
          <p:cNvSpPr txBox="1"/>
          <p:nvPr/>
        </p:nvSpPr>
        <p:spPr>
          <a:xfrm>
            <a:off x="3382854" y="1097500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0" name="Google Shape;1150;p102"/>
          <p:cNvSpPr txBox="1"/>
          <p:nvPr/>
        </p:nvSpPr>
        <p:spPr>
          <a:xfrm>
            <a:off x="3382838" y="932350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1" name="Google Shape;1151;p102"/>
          <p:cNvSpPr txBox="1"/>
          <p:nvPr/>
        </p:nvSpPr>
        <p:spPr>
          <a:xfrm>
            <a:off x="5457702" y="893225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5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52" name="Google Shape;1152;p102"/>
          <p:cNvCxnSpPr/>
          <p:nvPr/>
        </p:nvCxnSpPr>
        <p:spPr>
          <a:xfrm>
            <a:off x="3242050" y="365690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53" name="Google Shape;1153;p102"/>
          <p:cNvSpPr txBox="1"/>
          <p:nvPr/>
        </p:nvSpPr>
        <p:spPr>
          <a:xfrm>
            <a:off x="3382854" y="3960725"/>
            <a:ext cx="2341200" cy="6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Расскажите короткую версию выступления другу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(максимум 5 минут) и спросите — о чем речь? Если он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отвечает все что угодно, кроме «основной мысли» —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внесите правки. Повторите процесс с другим другом.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4" name="Google Shape;1154;p102"/>
          <p:cNvSpPr txBox="1"/>
          <p:nvPr/>
        </p:nvSpPr>
        <p:spPr>
          <a:xfrm>
            <a:off x="3382838" y="37955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BS TEST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5" name="Google Shape;1155;p102"/>
          <p:cNvSpPr/>
          <p:nvPr/>
        </p:nvSpPr>
        <p:spPr>
          <a:xfrm>
            <a:off x="6005125" y="832850"/>
            <a:ext cx="2658900" cy="3831600"/>
          </a:xfrm>
          <a:prstGeom prst="roundRect">
            <a:avLst>
              <a:gd name="adj" fmla="val 91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102"/>
          <p:cNvSpPr txBox="1"/>
          <p:nvPr/>
        </p:nvSpPr>
        <p:spPr>
          <a:xfrm>
            <a:off x="6145929" y="1097500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7" name="Google Shape;1157;p102"/>
          <p:cNvSpPr txBox="1"/>
          <p:nvPr/>
        </p:nvSpPr>
        <p:spPr>
          <a:xfrm>
            <a:off x="6145913" y="932350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8" name="Google Shape;1158;p102"/>
          <p:cNvSpPr txBox="1"/>
          <p:nvPr/>
        </p:nvSpPr>
        <p:spPr>
          <a:xfrm>
            <a:off x="8220777" y="893225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6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59" name="Google Shape;1159;p102"/>
          <p:cNvCxnSpPr/>
          <p:nvPr/>
        </p:nvCxnSpPr>
        <p:spPr>
          <a:xfrm>
            <a:off x="6005125" y="1712075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0" name="Google Shape;1160;p102"/>
          <p:cNvSpPr txBox="1"/>
          <p:nvPr/>
        </p:nvSpPr>
        <p:spPr>
          <a:xfrm>
            <a:off x="6145929" y="205627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1" name="Google Shape;1161;p102"/>
          <p:cNvSpPr txBox="1"/>
          <p:nvPr/>
        </p:nvSpPr>
        <p:spPr>
          <a:xfrm>
            <a:off x="6145913" y="189112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2" name="Google Shape;1162;p102"/>
          <p:cNvSpPr txBox="1"/>
          <p:nvPr/>
        </p:nvSpPr>
        <p:spPr>
          <a:xfrm>
            <a:off x="8220777" y="185200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7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63" name="Google Shape;1163;p102"/>
          <p:cNvCxnSpPr/>
          <p:nvPr/>
        </p:nvCxnSpPr>
        <p:spPr>
          <a:xfrm>
            <a:off x="6005125" y="267085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4" name="Google Shape;1164;p102"/>
          <p:cNvSpPr txBox="1"/>
          <p:nvPr/>
        </p:nvSpPr>
        <p:spPr>
          <a:xfrm>
            <a:off x="6145929" y="304232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5" name="Google Shape;1165;p102"/>
          <p:cNvSpPr txBox="1"/>
          <p:nvPr/>
        </p:nvSpPr>
        <p:spPr>
          <a:xfrm>
            <a:off x="6145913" y="28771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6" name="Google Shape;1166;p102"/>
          <p:cNvSpPr txBox="1"/>
          <p:nvPr/>
        </p:nvSpPr>
        <p:spPr>
          <a:xfrm>
            <a:off x="8220777" y="283805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?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67" name="Google Shape;1167;p102"/>
          <p:cNvCxnSpPr/>
          <p:nvPr/>
        </p:nvCxnSpPr>
        <p:spPr>
          <a:xfrm>
            <a:off x="6005125" y="365690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8" name="Google Shape;1168;p102"/>
          <p:cNvSpPr txBox="1"/>
          <p:nvPr/>
        </p:nvSpPr>
        <p:spPr>
          <a:xfrm>
            <a:off x="6145929" y="396072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9" name="Google Shape;1169;p102"/>
          <p:cNvSpPr txBox="1"/>
          <p:nvPr/>
        </p:nvSpPr>
        <p:spPr>
          <a:xfrm>
            <a:off x="6145913" y="37955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70" name="Google Shape;1170;p102"/>
          <p:cNvSpPr txBox="1"/>
          <p:nvPr/>
        </p:nvSpPr>
        <p:spPr>
          <a:xfrm>
            <a:off x="8220777" y="375645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8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p103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Финальный 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слайд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176" name="Google Shape;1176;p103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177" name="Google Shape;1177;p10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78" name="Google Shape;1178;p10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104"/>
          <p:cNvSpPr txBox="1"/>
          <p:nvPr/>
        </p:nvSpPr>
        <p:spPr>
          <a:xfrm>
            <a:off x="356075" y="4449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Спасибо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 внимание!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84" name="Google Shape;1184;p104"/>
          <p:cNvSpPr txBox="1"/>
          <p:nvPr/>
        </p:nvSpPr>
        <p:spPr>
          <a:xfrm>
            <a:off x="402775" y="1643700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Финальный слайд с одним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кол ту экшн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85" name="Google Shape;1185;p104"/>
          <p:cNvPicPr preferRelativeResize="0"/>
          <p:nvPr/>
        </p:nvPicPr>
        <p:blipFill rotWithShape="1">
          <a:blip r:embed="rId3">
            <a:alphaModFix/>
          </a:blip>
          <a:srcRect l="16485" r="31246"/>
          <a:stretch/>
        </p:blipFill>
        <p:spPr>
          <a:xfrm>
            <a:off x="5095501" y="0"/>
            <a:ext cx="4048497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6" name="Google Shape;1186;p10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95675" y="43405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7" name="Google Shape;1187;p104"/>
          <p:cNvSpPr/>
          <p:nvPr/>
        </p:nvSpPr>
        <p:spPr>
          <a:xfrm>
            <a:off x="478975" y="2474425"/>
            <a:ext cx="1833000" cy="2190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88" name="Google Shape;1188;p10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714" y="2676404"/>
            <a:ext cx="1503522" cy="1503522"/>
          </a:xfrm>
          <a:prstGeom prst="rect">
            <a:avLst/>
          </a:prstGeom>
          <a:noFill/>
          <a:ln>
            <a:noFill/>
          </a:ln>
        </p:spPr>
      </p:pic>
      <p:sp>
        <p:nvSpPr>
          <p:cNvPr id="1189" name="Google Shape;1189;p104"/>
          <p:cNvSpPr txBox="1"/>
          <p:nvPr/>
        </p:nvSpPr>
        <p:spPr>
          <a:xfrm>
            <a:off x="478975" y="4235406"/>
            <a:ext cx="1833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glagol.me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105"/>
          <p:cNvSpPr txBox="1"/>
          <p:nvPr/>
        </p:nvSpPr>
        <p:spPr>
          <a:xfrm>
            <a:off x="356075" y="4449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Остаемся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на связи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95" name="Google Shape;1195;p105"/>
          <p:cNvSpPr txBox="1"/>
          <p:nvPr/>
        </p:nvSpPr>
        <p:spPr>
          <a:xfrm>
            <a:off x="402775" y="16437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Ссылки всевозможные на соцсети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96" name="Google Shape;1196;p105"/>
          <p:cNvPicPr preferRelativeResize="0"/>
          <p:nvPr/>
        </p:nvPicPr>
        <p:blipFill rotWithShape="1">
          <a:blip r:embed="rId3">
            <a:alphaModFix/>
          </a:blip>
          <a:srcRect l="16485" r="31246"/>
          <a:stretch/>
        </p:blipFill>
        <p:spPr>
          <a:xfrm>
            <a:off x="5095501" y="0"/>
            <a:ext cx="4048497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7" name="Google Shape;1197;p10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95675" y="43405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8" name="Google Shape;1198;p105"/>
          <p:cNvSpPr/>
          <p:nvPr/>
        </p:nvSpPr>
        <p:spPr>
          <a:xfrm>
            <a:off x="478975" y="3190425"/>
            <a:ext cx="1233600" cy="147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99" name="Google Shape;1199;p10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9828" y="3298537"/>
            <a:ext cx="1011955" cy="1011955"/>
          </a:xfrm>
          <a:prstGeom prst="rect">
            <a:avLst/>
          </a:prstGeom>
          <a:noFill/>
          <a:ln>
            <a:noFill/>
          </a:ln>
        </p:spPr>
      </p:pic>
      <p:sp>
        <p:nvSpPr>
          <p:cNvPr id="1200" name="Google Shape;1200;p105"/>
          <p:cNvSpPr txBox="1"/>
          <p:nvPr/>
        </p:nvSpPr>
        <p:spPr>
          <a:xfrm>
            <a:off x="478975" y="4251148"/>
            <a:ext cx="1233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glagol.me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201" name="Google Shape;1201;p105"/>
          <p:cNvSpPr/>
          <p:nvPr/>
        </p:nvSpPr>
        <p:spPr>
          <a:xfrm>
            <a:off x="1829530" y="3190425"/>
            <a:ext cx="1233600" cy="147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02" name="Google Shape;1202;p10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940383" y="3298537"/>
            <a:ext cx="1011953" cy="1011953"/>
          </a:xfrm>
          <a:prstGeom prst="rect">
            <a:avLst/>
          </a:prstGeom>
          <a:noFill/>
          <a:ln>
            <a:noFill/>
          </a:ln>
        </p:spPr>
      </p:pic>
      <p:sp>
        <p:nvSpPr>
          <p:cNvPr id="1203" name="Google Shape;1203;p105"/>
          <p:cNvSpPr txBox="1"/>
          <p:nvPr/>
        </p:nvSpPr>
        <p:spPr>
          <a:xfrm>
            <a:off x="1829530" y="4251148"/>
            <a:ext cx="1233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@glagoltalks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204" name="Google Shape;1204;p105"/>
          <p:cNvSpPr/>
          <p:nvPr/>
        </p:nvSpPr>
        <p:spPr>
          <a:xfrm>
            <a:off x="3180085" y="3190425"/>
            <a:ext cx="1233600" cy="147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05" name="Google Shape;1205;p10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290938" y="3298537"/>
            <a:ext cx="1011955" cy="1011955"/>
          </a:xfrm>
          <a:prstGeom prst="rect">
            <a:avLst/>
          </a:prstGeom>
          <a:noFill/>
          <a:ln>
            <a:noFill/>
          </a:ln>
        </p:spPr>
      </p:pic>
      <p:sp>
        <p:nvSpPr>
          <p:cNvPr id="1206" name="Google Shape;1206;p105"/>
          <p:cNvSpPr txBox="1"/>
          <p:nvPr/>
        </p:nvSpPr>
        <p:spPr>
          <a:xfrm>
            <a:off x="3180085" y="4251148"/>
            <a:ext cx="1233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glagol.me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207" name="Google Shape;1207;p105"/>
          <p:cNvSpPr/>
          <p:nvPr/>
        </p:nvSpPr>
        <p:spPr>
          <a:xfrm>
            <a:off x="4530640" y="3190425"/>
            <a:ext cx="1233600" cy="147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08" name="Google Shape;1208;p10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1493" y="3298537"/>
            <a:ext cx="1011955" cy="1011955"/>
          </a:xfrm>
          <a:prstGeom prst="rect">
            <a:avLst/>
          </a:prstGeom>
          <a:noFill/>
          <a:ln>
            <a:noFill/>
          </a:ln>
        </p:spPr>
      </p:pic>
      <p:sp>
        <p:nvSpPr>
          <p:cNvPr id="1209" name="Google Shape;1209;p105"/>
          <p:cNvSpPr txBox="1"/>
          <p:nvPr/>
        </p:nvSpPr>
        <p:spPr>
          <a:xfrm>
            <a:off x="4530640" y="4251148"/>
            <a:ext cx="1233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bureau_glagol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A1A1A"/>
      </a:dk1>
      <a:lt1>
        <a:srgbClr val="F6F6F6"/>
      </a:lt1>
      <a:dk2>
        <a:srgbClr val="727272"/>
      </a:dk2>
      <a:lt2>
        <a:srgbClr val="FFFFFF"/>
      </a:lt2>
      <a:accent1>
        <a:srgbClr val="FF5C00"/>
      </a:accent1>
      <a:accent2>
        <a:srgbClr val="C3E5AE"/>
      </a:accent2>
      <a:accent3>
        <a:srgbClr val="004139"/>
      </a:accent3>
      <a:accent4>
        <a:srgbClr val="DBFB6A"/>
      </a:accent4>
      <a:accent5>
        <a:srgbClr val="E0E0E0"/>
      </a:accent5>
      <a:accent6>
        <a:srgbClr val="FBA97B"/>
      </a:accent6>
      <a:hlink>
        <a:srgbClr val="FF5C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4380</Words>
  <Application>Microsoft Macintosh PowerPoint</Application>
  <PresentationFormat>On-screen Show (16:9)</PresentationFormat>
  <Paragraphs>602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6" baseType="lpstr">
      <vt:lpstr>Wix Madefor Display SemiBold</vt:lpstr>
      <vt:lpstr>Wix Madefor Display</vt:lpstr>
      <vt:lpstr>Wix Madefor Display ExtraBold</vt:lpstr>
      <vt:lpstr>Wix Madefor Display Medium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Аянка</cp:lastModifiedBy>
  <cp:revision>9</cp:revision>
  <dcterms:modified xsi:type="dcterms:W3CDTF">2026-10-23T09:45:25Z</dcterms:modified>
</cp:coreProperties>
</file>