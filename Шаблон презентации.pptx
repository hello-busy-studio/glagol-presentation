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23.xml"/>
  <Override ContentType="application/vnd.openxmlformats-officedocument.presentationml.comments+xml" PartName="/ppt/comments/comment6.xml"/>
  <Override ContentType="application/vnd.openxmlformats-officedocument.presentationml.comments+xml" PartName="/ppt/comments/comment19.xml"/>
  <Override ContentType="application/vnd.openxmlformats-officedocument.presentationml.comments+xml" PartName="/ppt/comments/comment24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2.xml"/>
  <Override ContentType="application/vnd.openxmlformats-officedocument.presentationml.comments+xml" PartName="/ppt/comments/comment22.xml"/>
  <Override ContentType="application/vnd.openxmlformats-officedocument.presentationml.comments+xml" PartName="/ppt/comments/comment7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4.xml"/>
  <Override ContentType="application/vnd.openxmlformats-officedocument.presentationml.comments+xml" PartName="/ppt/comments/comment27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21.xml"/>
  <Override ContentType="application/vnd.openxmlformats-officedocument.presentationml.comments+xml" PartName="/ppt/comments/comment20.xml"/>
  <Override ContentType="application/vnd.openxmlformats-officedocument.presentationml.comments+xml" PartName="/ppt/comments/comment3.xml"/>
  <Override ContentType="application/vnd.openxmlformats-officedocument.presentationml.comments+xml" PartName="/ppt/comments/comment26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25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y="5143500" cx="9144000"/>
  <p:notesSz cx="6858000" cy="9144000"/>
  <p:embeddedFontLst>
    <p:embeddedFont>
      <p:font typeface="Wix Madefor Display SemiBold"/>
      <p:regular r:id="rId100"/>
      <p:bold r:id="rId101"/>
    </p:embeddedFont>
    <p:embeddedFont>
      <p:font typeface="Wix Madefor Display ExtraBold"/>
      <p:bold r:id="rId102"/>
    </p:embeddedFont>
    <p:embeddedFont>
      <p:font typeface="Wix Madefor Display"/>
      <p:regular r:id="rId103"/>
      <p:bold r:id="rId104"/>
    </p:embeddedFont>
    <p:embeddedFont>
      <p:font typeface="Wix Madefor Display Medium"/>
      <p:regular r:id="rId105"/>
      <p:bold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58">
          <p15:clr>
            <a:srgbClr val="747775"/>
          </p15:clr>
        </p15:guide>
        <p15:guide id="2" orient="horz" pos="283">
          <p15:clr>
            <a:srgbClr val="747775"/>
          </p15:clr>
        </p15:guide>
        <p15:guide id="3" orient="horz" pos="2938">
          <p15:clr>
            <a:srgbClr val="747775"/>
          </p15:clr>
        </p15:guide>
        <p15:guide id="4" pos="302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2" name="Женя Якимова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58"/>
        <p:guide pos="283" orient="horz"/>
        <p:guide pos="2938" orient="horz"/>
        <p:guide pos="30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6" Type="http://schemas.openxmlformats.org/officeDocument/2006/relationships/font" Target="fonts/WixMadeforDisplayMedium-bold.fntdata"/><Relationship Id="rId105" Type="http://schemas.openxmlformats.org/officeDocument/2006/relationships/font" Target="fonts/WixMadeforDisplayMedium-regular.fntdata"/><Relationship Id="rId104" Type="http://schemas.openxmlformats.org/officeDocument/2006/relationships/font" Target="fonts/WixMadeforDisplay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WixMadeforDisplay-regular.fntdata"/><Relationship Id="rId102" Type="http://schemas.openxmlformats.org/officeDocument/2006/relationships/font" Target="fonts/WixMadeforDisplayExtraBold-bold.fntdata"/><Relationship Id="rId101" Type="http://schemas.openxmlformats.org/officeDocument/2006/relationships/font" Target="fonts/WixMadeforDisplaySemiBold-bold.fntdata"/><Relationship Id="rId100" Type="http://schemas.openxmlformats.org/officeDocument/2006/relationships/font" Target="fonts/WixMadeforDisplaySemiBold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3-04T15:43:27.709">
    <p:pos x="6000" y="0"/>
    <p:text>Вы можете использовать различные цветовые сочетания, не только белый и черный. Я приведу пример сочетаний на титульном слайде.</p:text>
  </p:cm>
  <p:cm authorId="0" idx="2" dt="2024-03-05T12:02:30.749">
    <p:pos x="301" y="2829"/>
    <p:text>На титульном слайде логотип лучше оставлять, на последующих — на ваше усмотрение</p:text>
  </p:cm>
  <p:cm authorId="0" idx="3" dt="2024-03-04T15:59:26.484">
    <p:pos x="5093" y="2791"/>
    <p:text>Стрелки находятся в слайде для визуального равновесия и чтобы дать понять тому, кто будет сомтреть слайды самостоятельно (вдруг), что есть возможность листать вперед и назад. Если они вам не нужны, их можно удалять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3-05T12:01:54.476">
    <p:pos x="301" y="1264"/>
    <p:text>Соблюдайте расстояние между заголовком и текстом — оно не должно быть слишком большим или слишком маленьким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3-04T15:37:53.941">
    <p:pos x="6000" y="0"/>
    <p:text>Вы можете использовать различные цветовые сочетания, не только белый и черный. Я приведу пример сочетаний на титульном слайде.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4-03-04T15:43:31.260">
    <p:pos x="6000" y="0"/>
    <p:text>Вы можете использовать различные цветовые сочетания, не только белый и черный. Я приведу пример сочетаний на титульном слайде.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03-04T16:00:20.010">
    <p:pos x="2482" y="301"/>
    <p:text>Если вы используете это слайд не как главный, то логотип лучше удалить</p:text>
  </p:cm>
  <p:cm authorId="0" idx="8" dt="2023-11-24T15:47:35.542">
    <p:pos x="4707" y="1241"/>
    <p:text>Слайд отсылает к дизайну главной страницы сайта, хорошо подойдет для презентации курса. Вы можете менять героев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03-04T16:01:03.130">
    <p:pos x="2482" y="301"/>
    <p:text>Если вы используете это слайд не как главный, то логотип лучше удалить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4-03-04T16:01:13.012">
    <p:pos x="2482" y="301"/>
    <p:text>Если вы используете это слайд не как главный, то логотип лучше удалить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03-05T12:20:16.386">
    <p:pos x="301" y="1200"/>
    <p:text>Цвета блоков показывают понарастающее перечисление. Если вам не подходит такая визуализация, вы можете перекрашивать цвета согласно фирменным цветам или выбрать любой другой слайд из шаблона, который подойдет под вашу задачу.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3-11-24T15:06:40.994">
    <p:pos x="6000" y="0"/>
    <p:text>Если блоков мало, растягивайте  их по ширине слайда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3-11-24T15:26:22.584">
    <p:pos x="6000" y="0"/>
    <p:text>Фото с сайта или любая другая с фотосессии для сайта; 
любая ваша любимая фотография в хорошем качестве. 
Информация с сайта, либо на ваше усмотрение. 
QR-kode телеграма или любой другой информации  (если требуется).  
Читать, как сделать qr телеграма: 
https://vc.ru/u/1350538-posmotrinaverh/548178-kak-sozdat-qr-kod-kanala-v-telegram-s-iphone
Создать qr ссылки: http://qrcoder.ru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4-03-05T11:47:07.812">
    <p:pos x="301" y="1321"/>
    <p:text>QR-kode телеграма или любой другой информации  (если требуется).  
Читать, как сделать qr телеграма: 
https://vc.ru/u/1350538-posmotrinaverh/548178-kak-sozdat-qr-kod-kanala-v-telegram-s-iphone
Создать qr ссылки: http://qrcoder.ru</p:text>
  </p:cm>
  <p:cm authorId="0" idx="15" dt="2023-11-24T15:40:44.922">
    <p:pos x="2884" y="250"/>
    <p:text>Мокапы телефонов есть разнообразные: от всех видов айфона до всех видов андроида — выбирайте на ваш вкус. Скачиваем в PNG  и в слайде накладываем PNG сверху скрина.
https://www.figma.com/file/HlnL5IOCGmThJ8DvJw2jOy/%D0%9F%D1%80%D0%B5%D0%B7%D0%B5%D0%BD%D1%82%D0%B0%D1%86%D0%B8%D0%B8-%7C-%D0%91%D0%B5%D0%BB%D1%8B%D0%B5-%D1%81%D0%BB%D0%B0%D0%B9%D0%B4%D1%8B?type=design&amp;node-id=28-1444&amp;mode=design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4-03-05T11:44:10.544">
    <p:pos x="3209" y="0"/>
    <p:text>Пространство под изображение, соответствующее тематике презентации.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4-03-05T12:22:00.720">
    <p:pos x="1361" y="989"/>
    <p:text>При необходимости, можно выделять ключевые слова акцентным цветом. Это может относится ко всем подобным загаловкам в шаблоне.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4-03-05T11:51:37.360">
    <p:pos x="1361" y="784"/>
    <p:text>Важная мысль с эмодзи (можно использовать любой другой подходящий по смыслу. 
Если у вас мак, достаточно просто выбрать эмодзи  в раскладке. Если не мак, то можно выбрать любое другое изображение, подходящей по смыслу, или воспользоваться коллекцией эмодзи тут: https://www.figma.com/file/ulcJ3HrXy5ZSeyOkJ4FIUB/Emoji-Mega-Pack-(3%2C900-iOS-Apple-Emojis)-(Community)?type=design&amp;node-id=47%3A545&amp;mode=design&amp;t=uoYQeRmnrknr8KDT-1</p:tex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4-03-05T11:50:04.248">
    <p:pos x="220" y="541"/>
    <p:text>При необходимости, можно выделять ключевые слова акцентным цветом</p:tex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4-03-05T11:51:37.360">
    <p:pos x="1361" y="784"/>
    <p:text>Важная мысль с эмодзи (можно использовать любой другой подходящий по смыслу. 
Если у вас мак, достаточно просто выбрать эмодзи  в раскладке. Если не мак, то можно выбрать любое другое изображение, подходящей по смыслу, или воспользоваться коллекцией эмодзи тут: https://www.figma.com/file/ulcJ3HrXy5ZSeyOkJ4FIUB/Emoji-Mega-Pack-(3%2C900-iOS-Apple-Emojis)-(Community)?type=design&amp;node-id=47%3A545&amp;mode=design&amp;t=uoYQeRmnrknr8KDT-1</p:tex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1" dt="2024-03-05T11:52:20.069">
    <p:pos x="100" y="83"/>
    <p:text>Важная мысль с ярким акцентным фоном. Цвет фона может быть любой из фирменных цветов.</p:tex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2" dt="2023-11-24T15:58:14.761">
    <p:pos x="100" y="83"/>
    <p:text>Также фоном может служить изображение, но следите за контрастом фонового изображения и цвета текста — они не должны сливаться или быть нечитаемыми. При необходимости уменьшите яркость изображения или наложите темный прямоугольник (цвет #1A1A1A)  с прозрачностью 20% или больше — это затемнит изображение.</p:tex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3" dt="2023-11-24T16:08:25.147">
    <p:pos x="6000" y="0"/>
    <p:text>Цвет фона может быть любой из фирменного стиля или остаться минималистично белым.</p:text>
  </p:cm>
</p:cmLst>
</file>

<file path=ppt/comments/comment2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4" dt="2023-11-24T16:12:08.383">
    <p:pos x="100" y="83"/>
    <p:text>Цвет фона может быть любой из фирменного стиля. Также фоном может служить изображение, но следите за контрастом фонового изображения и цвета текста — они не должны сливаться или быть нечитаемыми. При необходимости уменьшите яркость изображения или наложите темный прямоугольник (цвет #1A1A1A)  с прозрачностью 20% или больше — это затемнит изображение.</p:text>
  </p:cm>
</p:cmLst>
</file>

<file path=ppt/comments/comment2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5" dt="2023-11-24T16:14:29.749">
    <p:pos x="100" y="83"/>
    <p:text>Цвет фона может быть любой из фирменного стиля. Также фоном может служить изображение, но следите за контрастом фонового изображения и цвета текста — они не должны сливаться или быть нечитаемыми. При необходимости уменьшите яркость изображения или наложите темный прямоугольник (цвет #1A1A1A)  с прозрачностью 20% или больше — это затемнит изображение.</p:text>
  </p:cm>
</p:cmLst>
</file>

<file path=ppt/comments/comment2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6" dt="2024-03-05T12:00:26.186">
    <p:pos x="3316" y="810"/>
    <p:text>Соблюдайте расстояние между пунктами, если текста больше или меньше</p:text>
  </p:cm>
</p:cmLst>
</file>

<file path=ppt/comments/comment2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7" dt="2024-03-05T12:26:29.000">
    <p:pos x="301" y="1546"/>
    <p:text>Тут так же, соблюдайте расстояния, если меняется количество набранного текста</p:text>
  </p:cm>
</p:cmLst>
</file>

<file path=ppt/comments/comment2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8" dt="2024-03-05T12:28:50.804">
    <p:pos x="301" y="635"/>
    <p:text>Цвета блоков показывают понарастающее перечисление. Если вам не подходит такая визуализация, вы можете перекрашивать цвета согласно фирменным цветам или выбрать любой другой слайд из шаблона, который подойдет под вашу задачу.</p:text>
  </p:cm>
</p:cmLst>
</file>

<file path=ppt/comments/comment2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9" dt="2024-03-05T12:30:43.306">
    <p:pos x="338" y="1953"/>
    <p:text>Белый бабл с текстом — описание мероприятия/события. Подзаголовок при необходимости.</p:text>
  </p:cm>
  <p:cm authorId="0" idx="30" dt="2024-03-05T12:31:19.958">
    <p:pos x="338" y="1643"/>
    <p:text>Цветной бабл с заголовком — название мероприятия/события. Можете убирать такой бабл, если он не нужен.</p:text>
  </p:cm>
</p:cmLst>
</file>

<file path=ppt/comments/comment2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1" dt="2023-12-18T14:08:58.623">
    <p:pos x="2965" y="358"/>
    <p:text>Мокапы мониторов и ноутбуков можно посомтреть и скачать в фигме. Там же вы найдете мокапы всевозможных телефонов и планшетов.
https://www.figma.com/file/HlnL5IOCGmThJ8DvJw2jOy/%D0%9F%D1%80%D0%B5%D0%B7%D0%B5%D0%BD%D1%82%D0%B0%D1%86%D0%B8%D0%B8-%7C-%D0%91%D0%B5%D0%BB%D1%8B%D0%B5-%D1%81%D0%BB%D0%B0%D0%B9%D0%B4%D1%8B?type=design&amp;node-id=28%3A1360&amp;mode=design&amp;t=JIEp6J12dxRgrJvI-1</p:text>
  </p:cm>
</p:cmLst>
</file>

<file path=ppt/comments/comment2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2" dt="2023-12-18T14:09:57.450">
    <p:pos x="405" y="1685"/>
    <p:text>QR можно сделать по ссылке в разном дизайне, но лучше придерживаться фирменных цветов.
https://www.qrcode-monkey.com/ru/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7528778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e7528778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7528778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7528778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7528778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7528778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75287789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75287789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75287789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75287789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75287789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75287789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75287789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75287789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75287789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75287789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75287789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75287789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75287789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75287789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75287789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75287789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75287789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75287789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75287789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75287789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75287789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75287789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ab8a232a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ab8a232a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ec1ee4ae5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ec1ee4ae5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ab8a232a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6ab8a232a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ab8a232a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6ab8a232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ab8a232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6ab8a232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ab8a232a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6ab8a232a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c1ee4ae5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ec1ee4ae5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ec1ee4ae5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ec1ee4ae5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ec1ee4ae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ec1ee4ae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75287789f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75287789f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75287789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e75287789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e75287789f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e75287789f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75287789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75287789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e75287789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e7528778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e75287789f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e75287789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e75287789f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e75287789f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e75287789f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e75287789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75287789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75287789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75287789f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e75287789f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75287789f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e75287789f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e75287789f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e75287789f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e75287789f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e75287789f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e75287789f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e75287789f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e75287789f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e75287789f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e75287789f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e75287789f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ec1ee4ae5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ec1ee4ae5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c1ee4ae5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ec1ee4ae5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ec1ee4ae5a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ec1ee4ae5a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ec1ee4ae5a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ec1ee4ae5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ec1ee4ae5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ec1ee4ae5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ec1ee4ae5a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ec1ee4ae5a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ec1ee4ae5a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ec1ee4ae5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ec1ee4ae5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ec1ee4ae5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ec1ee4ae5a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ec1ee4ae5a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ec1ee4ae5a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ec1ee4ae5a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6ab8a232a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6ab8a232a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6ab8a232a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6ab8a232a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6ab8a232a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6ab8a232a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6ab8a232a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6ab8a232a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ec1ee4ae5a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ec1ee4ae5a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ec1ee4ae5a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1ec1ee4ae5a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6ab8a232a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6ab8a232a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6ab8a232a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6ab8a232a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6ab8a232a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6ab8a232a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ec1ee4ae5a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ec1ee4ae5a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ec1ee4ae5a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ec1ee4ae5a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ec1ee4ae5a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ec1ee4ae5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c1ee4ae5a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ec1ee4ae5a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c1ee4ae5a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ec1ee4ae5a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ec1ee4ae5a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ec1ee4ae5a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ec1ee4ae5a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ec1ee4ae5a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6ab8a232a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6ab8a232a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c1ee4ae5a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c1ee4ae5a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ec1ee4ae5a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ec1ee4ae5a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1ec1ee4ae5a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1ec1ee4ae5a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1ec1ee4ae5a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1ec1ee4ae5a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ec1ee4ae5a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ec1ee4ae5a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ec1ee4ae5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ec1ee4ae5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ec1ee4ae5a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ec1ee4ae5a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ed6e1403a0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ed6e1403a0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6ab8a232a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6ab8a232a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ed6e1403a0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1ed6e1403a0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ed6e1403a0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ed6e1403a0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6ab8a232a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6ab8a232a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b0a9c8f7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b0a9c8f7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ed6e1403a0_2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ed6e1403a0_2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ed6e1403a0_2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1ed6e1403a0_2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ed6e1403a0_2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1ed6e1403a0_2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ed6e1403a0_2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ed6e1403a0_2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ed6e1403a0_2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ed6e1403a0_2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ed6e1403a0_2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1ed6e1403a0_2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1ed6e1403a0_2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1ed6e1403a0_2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d6e1403a0_2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d6e1403a0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1ed6e1403a0_2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1ed6e1403a0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d1fada52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d1fada52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d1fada52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d1fada52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ed6e1403a0_2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1ed6e1403a0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6ab8a232aa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6ab8a232a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365900" y="677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-222625" y="1214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65900" y="677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65900" y="677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figma.com/proto/3mvqdtb34UzMKxtVqexy4Q/Brand-Guidelines-buro-Glagol?page-id=0%3A1&amp;type=design&amp;node-id=9-14&amp;viewport=497%2C396%2C0.02&amp;t=uMZrFYGQxHvpWJN4-1&amp;scaling=contain&amp;mode=design" TargetMode="External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drive.google.com/file/d/1tYagwomAixQ7uAvnJQEcCNzMG-UwNbaO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tVWlGaL80s-A8pnMdY4J8DcNGEh3PIkr/view?usp=sharing" TargetMode="External"/><Relationship Id="rId6" Type="http://schemas.openxmlformats.org/officeDocument/2006/relationships/hyperlink" Target="https://drive.google.com/file/d/1C5KRGuM6yLZXpULrVBKFTfk9I7lGpk71/view?usp=sharing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wqNx-bVsN5wHM3wkfBzpPFn1ePYUy7Bu/view?usp=sharing" TargetMode="External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qOrS-fYZRcav7vjeGA-DQAYn-oxFi3yF?usp=share_link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vGyMYwUoe0Y66EYhzgpCMA9JPcwcsC-x?usp=share_link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4NVF-h0nw2IX38CYB6vbheRYYSHQ1Qmq?usp=share_link" TargetMode="External"/><Relationship Id="rId10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2.xml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3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4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5.xml"/><Relationship Id="rId4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6.xml"/><Relationship Id="rId4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7.xml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comments" Target="../comments/comment8.xml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comments" Target="../comments/comment9.xml"/><Relationship Id="rId4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comments" Target="../comments/comment10.xml"/><Relationship Id="rId4" Type="http://schemas.openxmlformats.org/officeDocument/2006/relationships/image" Target="../media/image58.png"/><Relationship Id="rId5" Type="http://schemas.openxmlformats.org/officeDocument/2006/relationships/image" Target="../media/image2.png"/><Relationship Id="rId6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Relationship Id="rId4" Type="http://schemas.openxmlformats.org/officeDocument/2006/relationships/image" Target="../media/image47.png"/><Relationship Id="rId5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7.jpg"/><Relationship Id="rId4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Relationship Id="rId4" Type="http://schemas.openxmlformats.org/officeDocument/2006/relationships/image" Target="../media/image47.png"/><Relationship Id="rId5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comments" Target="../comments/comment11.xml"/><Relationship Id="rId4" Type="http://schemas.openxmlformats.org/officeDocument/2006/relationships/image" Target="../media/image56.png"/><Relationship Id="rId5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comments" Target="../comments/comment12.xml"/><Relationship Id="rId4" Type="http://schemas.openxmlformats.org/officeDocument/2006/relationships/hyperlink" Target="https://unsplash.com" TargetMode="External"/><Relationship Id="rId5" Type="http://schemas.openxmlformats.org/officeDocument/2006/relationships/hyperlink" Target="https://www.freepik.com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comments" Target="../comments/comment13.xml"/><Relationship Id="rId4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comments" Target="../comments/comment14.xml"/><Relationship Id="rId4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comments" Target="../comments/comment15.xml"/><Relationship Id="rId4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comments" Target="../comments/comment16.xml"/><Relationship Id="rId4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comments" Target="../comments/comment17.xml"/><Relationship Id="rId4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comments" Target="../comments/comment18.xml"/><Relationship Id="rId4" Type="http://schemas.openxmlformats.org/officeDocument/2006/relationships/image" Target="../media/image59.png"/><Relationship Id="rId5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0.png"/><Relationship Id="rId4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0.png"/><Relationship Id="rId4" Type="http://schemas.openxmlformats.org/officeDocument/2006/relationships/image" Target="../media/image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comments" Target="../comments/comment19.xml"/><Relationship Id="rId4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comments" Target="../comments/comment20.xml"/><Relationship Id="rId4" Type="http://schemas.openxmlformats.org/officeDocument/2006/relationships/image" Target="../media/image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comments" Target="../comments/comment21.xml"/><Relationship Id="rId4" Type="http://schemas.openxmlformats.org/officeDocument/2006/relationships/image" Target="../media/image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comments" Target="../comments/comment22.xml"/><Relationship Id="rId4" Type="http://schemas.openxmlformats.org/officeDocument/2006/relationships/image" Target="../media/image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comments" Target="../comments/comment23.xml"/><Relationship Id="rId4" Type="http://schemas.openxmlformats.org/officeDocument/2006/relationships/image" Target="../media/image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comments" Target="../comments/comment24.xml"/><Relationship Id="rId4" Type="http://schemas.openxmlformats.org/officeDocument/2006/relationships/image" Target="../media/image2.png"/><Relationship Id="rId5" Type="http://schemas.openxmlformats.org/officeDocument/2006/relationships/image" Target="../media/image4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comments" Target="../comments/comment25.xml"/><Relationship Id="rId4" Type="http://schemas.openxmlformats.org/officeDocument/2006/relationships/image" Target="../media/image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comments" Target="../comments/comment26.xml"/><Relationship Id="rId4" Type="http://schemas.openxmlformats.org/officeDocument/2006/relationships/image" Target="../media/image2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comments" Target="../comments/comment27.xml"/><Relationship Id="rId4" Type="http://schemas.openxmlformats.org/officeDocument/2006/relationships/image" Target="../media/image51.png"/><Relationship Id="rId5" Type="http://schemas.openxmlformats.org/officeDocument/2006/relationships/image" Target="../media/image2.png"/><Relationship Id="rId6" Type="http://schemas.openxmlformats.org/officeDocument/2006/relationships/image" Target="../media/image5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1.png"/><Relationship Id="rId4" Type="http://schemas.openxmlformats.org/officeDocument/2006/relationships/image" Target="../media/image2.png"/><Relationship Id="rId5" Type="http://schemas.openxmlformats.org/officeDocument/2006/relationships/image" Target="../media/image55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356075" y="438475"/>
            <a:ext cx="4821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Презентации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402775" y="1172550"/>
            <a:ext cx="55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9D9D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Шаблон и руководство по использованию презентации. </a:t>
            </a:r>
            <a:r>
              <a:rPr lang="ru" sz="1000">
                <a:solidFill>
                  <a:srgbClr val="D9D9D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При необходимости кастомизируйте слайды с соблюдением фирменного стиля. Посмотреть все руководство можно</a:t>
            </a: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ru" sz="1000" u="sng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 ссылке.</a:t>
            </a: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Логотип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02775" y="1182575"/>
            <a:ext cx="45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этом блоке вы найдете всю необходимую информацию </a:t>
            </a:r>
            <a:b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 его использовании, доступных цветовых вариантах, </a:t>
            </a:r>
            <a:b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а также ссылки для удобного скачивания</a:t>
            </a:r>
            <a:endParaRPr sz="1000">
              <a:solidFill>
                <a:srgbClr val="CCCCC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логотип   /   базовая версия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02775" y="765150"/>
            <a:ext cx="450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Во всех коммуникациях используем базовую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версию логотипа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312" y="2185287"/>
            <a:ext cx="5631373" cy="772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>
            <a:off x="1630525" y="3098025"/>
            <a:ext cx="44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2256650" y="3098025"/>
            <a:ext cx="52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/>
        </p:nvSpPr>
        <p:spPr>
          <a:xfrm>
            <a:off x="1411225" y="3098025"/>
            <a:ext cx="88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знак</a:t>
            </a:r>
            <a:endParaRPr sz="12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293225" y="3098025"/>
            <a:ext cx="52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шрифтовое начертание</a:t>
            </a:r>
            <a:endParaRPr sz="12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логотип   /   охранное поле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02775" y="765150"/>
            <a:ext cx="4365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Охранное поле логотипа необходимо для предотвращения визуальных конфликтов с окружающими элементами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обеспечения его четкости и узнаваемости.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 рекомендуется его нарушать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312" y="2185287"/>
            <a:ext cx="5631373" cy="77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7025" y="1782100"/>
            <a:ext cx="6469949" cy="157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264375" y="3484875"/>
            <a:ext cx="3854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Ориентир — ширина охранного поля не должна быть меньше ширины знака</a:t>
            </a:r>
            <a:endParaRPr sz="12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логотип   /   монохромный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402775" y="765150"/>
            <a:ext cx="4365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Монохромный логотип используется для ситуаций, где цветовая информация недоступна или ограничена, таких как печать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 монохромных документах, выгравированных на поверхности одного цвета или в условиях, где цвет несущественен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920550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4650" y="2366350"/>
            <a:ext cx="3164700" cy="4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 rotWithShape="1">
          <a:blip r:embed="rId8">
            <a:alphaModFix/>
          </a:blip>
          <a:srcRect b="2714" l="0" r="0" t="2714"/>
          <a:stretch/>
        </p:blipFill>
        <p:spPr>
          <a:xfrm>
            <a:off x="5150450" y="2366350"/>
            <a:ext cx="3164702" cy="4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логотип   /  другой фон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402775" y="765150"/>
            <a:ext cx="436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Логотип имеет возможность изменять цвет с черного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 белый в зависимости от контрастности фона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для обеспечения лучшей видимости и читаемости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6">
            <a:alphaModFix/>
          </a:blip>
          <a:srcRect b="2714" l="0" r="0" t="2714"/>
          <a:stretch/>
        </p:blipFill>
        <p:spPr>
          <a:xfrm>
            <a:off x="924650" y="2366350"/>
            <a:ext cx="3164702" cy="4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6">
            <a:alphaModFix/>
          </a:blip>
          <a:srcRect b="2714" l="0" r="0" t="2714"/>
          <a:stretch/>
        </p:blipFill>
        <p:spPr>
          <a:xfrm>
            <a:off x="5150450" y="2366350"/>
            <a:ext cx="3164702" cy="4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знак   /   базовая версия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402775" y="765150"/>
            <a:ext cx="4508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Фирменный знак — оранжевый фон с белой стрелкой или черный фон с оранжевой стрелкой. Форма может меняться в зависимости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от ситуации. Используем только знак с подложкой при использовании знака отдельно от шрифтового начертания.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20" name="Google Shape;120;p19" title="квадрат:черный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3516" y="2068925"/>
            <a:ext cx="1005649" cy="100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 title="квадрат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7287" y="2068924"/>
            <a:ext cx="1005649" cy="100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title="круг:черный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1063" y="2068933"/>
            <a:ext cx="1005649" cy="100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круг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4837" y="2068925"/>
            <a:ext cx="1005649" cy="100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знак   /   монохромный 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402775" y="765150"/>
            <a:ext cx="4508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Монохромный знак используется в ситуациях, где цветовая информация недоступна или ограничена, таких как печать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 монохромных документах, выгравированных на поверхности одного цвета или в условиях, где цвет несущественен.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32" name="Google Shape;132;p20" title="круг:черный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3425" y="2039438"/>
            <a:ext cx="1064619" cy="106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 title="квадрат:черный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5963" y="2039443"/>
            <a:ext cx="1064611" cy="1064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знак   /   дополнительные цвета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402775" y="765150"/>
            <a:ext cx="45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Дополнительные цвета в знаке нужны для того, чтобы были отличия </a:t>
            </a:r>
            <a:b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групповых чатах или соцсетях на фоне уже существующего оригинального знака.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478975" y="4295100"/>
            <a:ext cx="1314600" cy="369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логотип</a:t>
            </a:r>
            <a:endParaRPr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42" name="Google Shape;142;p21" title="круг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5425" y="1686098"/>
            <a:ext cx="1031000" cy="10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 title="квадрат-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5425" y="2941800"/>
            <a:ext cx="1031000" cy="10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7950" y="1686098"/>
            <a:ext cx="1031000" cy="10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97950" y="2941800"/>
            <a:ext cx="1031000" cy="10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5120700" y="2932850"/>
            <a:ext cx="1048800" cy="104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29600" y="2941800"/>
            <a:ext cx="1031000" cy="10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5124000" y="1677200"/>
            <a:ext cx="1048800" cy="104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32900" y="1686098"/>
            <a:ext cx="1031000" cy="10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Цвета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02775" y="1182575"/>
            <a:ext cx="4508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этом блоке вы найдете полный спектр основных корпоративных цветов, а также дополнительные вспомогательные цвета, информацию о соотношениях цветов, чтобы обеспечить гармонию </a:t>
            </a:r>
            <a:b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CCCCC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согласованность в использовании палитры.</a:t>
            </a:r>
            <a:endParaRPr sz="1000">
              <a:solidFill>
                <a:srgbClr val="CCCCC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цвет   /   базовые цвета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402775" y="765150"/>
            <a:ext cx="4508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 большей части материалов мы используем три основных цвета: черный, рыжий и белый.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*Все цвета сохранены в палитре 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78975" y="1748850"/>
            <a:ext cx="2141100" cy="291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2619841" y="1748850"/>
            <a:ext cx="2141100" cy="2915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4760707" y="1748850"/>
            <a:ext cx="2141100" cy="291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636975" y="18894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BLACK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2784000" y="1889425"/>
            <a:ext cx="157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LIGHT ORANGE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4911175" y="18894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WHITE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636975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1A1A1A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2784000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</a:t>
            </a: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FF5C00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4931025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</a:t>
            </a: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F6F6F6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цвет   /   дополнительные цвета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402775" y="765150"/>
            <a:ext cx="4508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Разбавить изображения можно с помощью трех дополнительных цветов: темно-зеленого, светло-зеленого или салатового.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*Все цвета сохранены в палитре 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78975" y="1748850"/>
            <a:ext cx="2141100" cy="2915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2619841" y="1748850"/>
            <a:ext cx="2141100" cy="2915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4760707" y="1748850"/>
            <a:ext cx="2141100" cy="2915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36975" y="18894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DARK GREEN</a:t>
            </a:r>
            <a:endParaRPr sz="1000">
              <a:solidFill>
                <a:schemeClr val="accen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2784000" y="1889425"/>
            <a:ext cx="157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LIGHT GREEN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4911175" y="18894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LIME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636975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</a:t>
            </a: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004139</a:t>
            </a:r>
            <a:endParaRPr sz="1000">
              <a:solidFill>
                <a:schemeClr val="accen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2784000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</a:t>
            </a: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C3E5AE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4931025" y="4208225"/>
            <a:ext cx="103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HEX: </a:t>
            </a: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DBFB6A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цвет  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402775" y="765150"/>
            <a:ext cx="450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Все фирменные цвета доступны в цветовой палитре Google презентации для удобства использования. </a:t>
            </a:r>
            <a:endParaRPr sz="1000">
              <a:solidFill>
                <a:srgbClr val="66666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75" y="2447201"/>
            <a:ext cx="3174875" cy="2217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шрифт   /   контрастность текста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402775" y="765150"/>
            <a:ext cx="45084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Используем </a:t>
            </a:r>
            <a:br>
              <a:rPr lang="ru" sz="3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почти черный </a:t>
            </a:r>
            <a:br>
              <a:rPr lang="ru" sz="3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текст</a:t>
            </a:r>
            <a:endParaRPr sz="3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402775" y="2186900"/>
            <a:ext cx="3725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 используем 100% черные и 100% белые цвета —</a:t>
            </a:r>
            <a:b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это может вызвать утомление, недостаток контраста, монохромность и ограничить стилистические возможности.</a:t>
            </a:r>
            <a:endParaRPr sz="1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4911175" y="765150"/>
            <a:ext cx="45084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Используем </a:t>
            </a:r>
            <a:b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почти белый </a:t>
            </a:r>
            <a:b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текст</a:t>
            </a:r>
            <a:endParaRPr sz="32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4911175" y="2186900"/>
            <a:ext cx="3725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 используем 100% черные и 100% белые цвета —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это может вызвать утомление, недостаток контраста, монохромность и ограничить стилистические возможности.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7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шрифт   /   контрастность текста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402775" y="765150"/>
            <a:ext cx="45084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Белый цвет</a:t>
            </a:r>
            <a:br>
              <a:rPr lang="ru" sz="32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только на ярком фоне</a:t>
            </a:r>
            <a:endParaRPr sz="32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402775" y="2186900"/>
            <a:ext cx="3725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 используем 100% черные и 100% белые цвета —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это может вызвать утомление, недостаток контраста, монохромность и ограничить стилистические возможности.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4911175" y="765150"/>
            <a:ext cx="45084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На dark green используем</a:t>
            </a:r>
            <a:b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2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light green</a:t>
            </a:r>
            <a:endParaRPr sz="32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4911175" y="2186900"/>
            <a:ext cx="3725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 темно-зеленом фоне используем либо светло-зеленый (и наоборот), либо фирменный белый. Также можно использовать </a:t>
            </a:r>
            <a:r>
              <a:rPr lang="ru" sz="1000">
                <a:solidFill>
                  <a:schemeClr val="accent4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lime для выделенияважных моментов.</a:t>
            </a:r>
            <a:endParaRPr sz="1000">
              <a:solidFill>
                <a:schemeClr val="accent4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/>
        </p:nvSpPr>
        <p:spPr>
          <a:xfrm>
            <a:off x="356075" y="438475"/>
            <a:ext cx="5846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Главный слайд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402775" y="1159425"/>
            <a:ext cx="463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9D9D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Вступительный слайд в трех вариантах. </a:t>
            </a:r>
            <a:br>
              <a:rPr lang="ru" sz="1000">
                <a:solidFill>
                  <a:srgbClr val="D9D9D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D9D9D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Подбирайте варианты, подходящие к вашей теме. </a:t>
            </a:r>
            <a:endParaRPr sz="1000">
              <a:solidFill>
                <a:srgbClr val="D9D9D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36" name="Google Shape;2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75" y="4491075"/>
            <a:ext cx="1262812" cy="1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75" y="4491075"/>
            <a:ext cx="1262812" cy="1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/>
          <p:nvPr/>
        </p:nvSpPr>
        <p:spPr>
          <a:xfrm>
            <a:off x="478975" y="2006750"/>
            <a:ext cx="37632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accen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accen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accen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accen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accen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1"/>
          <p:cNvPicPr preferRelativeResize="0"/>
          <p:nvPr/>
        </p:nvPicPr>
        <p:blipFill rotWithShape="1">
          <a:blip r:embed="rId6">
            <a:alphaModFix/>
          </a:blip>
          <a:srcRect b="1352" l="0" r="0" t="1342"/>
          <a:stretch/>
        </p:blipFill>
        <p:spPr>
          <a:xfrm>
            <a:off x="478975" y="4491075"/>
            <a:ext cx="1374100" cy="1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2"/>
          <p:cNvPicPr preferRelativeResize="0"/>
          <p:nvPr/>
        </p:nvPicPr>
        <p:blipFill rotWithShape="1">
          <a:blip r:embed="rId6">
            <a:alphaModFix/>
          </a:blip>
          <a:srcRect b="1352" l="0" r="0" t="1342"/>
          <a:stretch/>
        </p:blipFill>
        <p:spPr>
          <a:xfrm>
            <a:off x="478975" y="4491075"/>
            <a:ext cx="1374100" cy="1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3"/>
          <p:cNvPicPr preferRelativeResize="0"/>
          <p:nvPr/>
        </p:nvPicPr>
        <p:blipFill rotWithShape="1">
          <a:blip r:embed="rId5">
            <a:alphaModFix/>
          </a:blip>
          <a:srcRect b="1352" l="0" r="0" t="1342"/>
          <a:stretch/>
        </p:blipFill>
        <p:spPr>
          <a:xfrm>
            <a:off x="478975" y="4491075"/>
            <a:ext cx="1374100" cy="1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34"/>
          <p:cNvGrpSpPr/>
          <p:nvPr/>
        </p:nvGrpSpPr>
        <p:grpSpPr>
          <a:xfrm>
            <a:off x="2161500" y="1301338"/>
            <a:ext cx="4821000" cy="2000925"/>
            <a:chOff x="2161500" y="1301338"/>
            <a:chExt cx="4821000" cy="2000925"/>
          </a:xfrm>
        </p:grpSpPr>
        <p:sp>
          <p:nvSpPr>
            <p:cNvPr id="281" name="Google Shape;281;p34"/>
            <p:cNvSpPr txBox="1"/>
            <p:nvPr/>
          </p:nvSpPr>
          <p:spPr>
            <a:xfrm>
              <a:off x="2161500" y="1301338"/>
              <a:ext cx="4821000" cy="11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Заголовок</a:t>
              </a:r>
              <a:b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в две строки</a:t>
              </a:r>
              <a:endParaRPr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282" name="Google Shape;282;p34"/>
            <p:cNvSpPr txBox="1"/>
            <p:nvPr/>
          </p:nvSpPr>
          <p:spPr>
            <a:xfrm>
              <a:off x="2709450" y="2563363"/>
              <a:ext cx="37251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Описание под заголовком. В описании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становится ясно, о чем будет идти речь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в данной презентации в 3-4 строки.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283" name="Google Shape;283;p34"/>
          <p:cNvGrpSpPr/>
          <p:nvPr/>
        </p:nvGrpSpPr>
        <p:grpSpPr>
          <a:xfrm>
            <a:off x="391600" y="479100"/>
            <a:ext cx="1373100" cy="1568750"/>
            <a:chOff x="421150" y="3033800"/>
            <a:chExt cx="1373100" cy="1568750"/>
          </a:xfrm>
        </p:grpSpPr>
        <p:sp>
          <p:nvSpPr>
            <p:cNvPr id="284" name="Google Shape;284;p34"/>
            <p:cNvSpPr/>
            <p:nvPr/>
          </p:nvSpPr>
          <p:spPr>
            <a:xfrm>
              <a:off x="514475" y="3033800"/>
              <a:ext cx="1186500" cy="15216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4"/>
            <p:cNvSpPr txBox="1"/>
            <p:nvPr/>
          </p:nvSpPr>
          <p:spPr>
            <a:xfrm>
              <a:off x="421150" y="3678150"/>
              <a:ext cx="1373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Мария Кравченко</a:t>
              </a:r>
              <a:br>
                <a:rPr lang="ru" sz="10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Руководитель спец проектов</a:t>
              </a:r>
              <a:b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по маркетингу Retail Rocket</a:t>
              </a:r>
              <a:endParaRPr sz="5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286" name="Google Shape;286;p34"/>
            <p:cNvSpPr txBox="1"/>
            <p:nvPr/>
          </p:nvSpPr>
          <p:spPr>
            <a:xfrm>
              <a:off x="454000" y="4048450"/>
              <a:ext cx="1307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 бюро готовим вместе </a:t>
              </a:r>
              <a:b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масштабные конференции </a:t>
              </a:r>
              <a:b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 2021 года</a:t>
              </a:r>
              <a:endParaRPr sz="6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pic>
          <p:nvPicPr>
            <p:cNvPr id="287" name="Google Shape;28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4276" y="3189351"/>
              <a:ext cx="546900" cy="54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34"/>
          <p:cNvGrpSpPr/>
          <p:nvPr/>
        </p:nvGrpSpPr>
        <p:grpSpPr>
          <a:xfrm>
            <a:off x="4077600" y="3860900"/>
            <a:ext cx="988800" cy="926575"/>
            <a:chOff x="4077600" y="3767000"/>
            <a:chExt cx="988800" cy="926575"/>
          </a:xfrm>
        </p:grpSpPr>
        <p:pic>
          <p:nvPicPr>
            <p:cNvPr id="289" name="Google Shape;289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10950" y="3767000"/>
              <a:ext cx="522100" cy="523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34"/>
            <p:cNvSpPr txBox="1"/>
            <p:nvPr/>
          </p:nvSpPr>
          <p:spPr>
            <a:xfrm>
              <a:off x="4077600" y="4262475"/>
              <a:ext cx="98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8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Тут может быть</a:t>
              </a:r>
              <a:br>
                <a:rPr lang="ru" sz="8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8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ваша история</a:t>
              </a:r>
              <a:endParaRPr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291" name="Google Shape;291;p34"/>
          <p:cNvGrpSpPr/>
          <p:nvPr/>
        </p:nvGrpSpPr>
        <p:grpSpPr>
          <a:xfrm>
            <a:off x="1415175" y="3142800"/>
            <a:ext cx="1373100" cy="1521600"/>
            <a:chOff x="421150" y="3129025"/>
            <a:chExt cx="1373100" cy="1521600"/>
          </a:xfrm>
        </p:grpSpPr>
        <p:sp>
          <p:nvSpPr>
            <p:cNvPr id="292" name="Google Shape;292;p34"/>
            <p:cNvSpPr/>
            <p:nvPr/>
          </p:nvSpPr>
          <p:spPr>
            <a:xfrm>
              <a:off x="483950" y="3129025"/>
              <a:ext cx="1247400" cy="1521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 txBox="1"/>
            <p:nvPr/>
          </p:nvSpPr>
          <p:spPr>
            <a:xfrm>
              <a:off x="421150" y="3678150"/>
              <a:ext cx="1373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Максим Спиридонов</a:t>
              </a:r>
              <a:br>
                <a:rPr lang="ru" sz="10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Основатель Нетологии, Фоксфорда, бизнес-клуба Reforma и экосистемы</a:t>
              </a:r>
              <a:b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Wonder Family</a:t>
              </a:r>
              <a:endParaRPr sz="5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294" name="Google Shape;294;p34"/>
            <p:cNvSpPr txBox="1"/>
            <p:nvPr/>
          </p:nvSpPr>
          <p:spPr>
            <a:xfrm>
              <a:off x="453950" y="4093700"/>
              <a:ext cx="1307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solidFill>
                    <a:schemeClr val="lt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 бюро подготовилсяк выступлению на TEDx</a:t>
              </a:r>
              <a:endParaRPr sz="6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pic>
          <p:nvPicPr>
            <p:cNvPr id="295" name="Google Shape;29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4276" y="3189351"/>
              <a:ext cx="546900" cy="54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34"/>
          <p:cNvGrpSpPr/>
          <p:nvPr/>
        </p:nvGrpSpPr>
        <p:grpSpPr>
          <a:xfrm>
            <a:off x="7379300" y="1970725"/>
            <a:ext cx="1373100" cy="1538550"/>
            <a:chOff x="421150" y="3033800"/>
            <a:chExt cx="1373100" cy="1538550"/>
          </a:xfrm>
        </p:grpSpPr>
        <p:sp>
          <p:nvSpPr>
            <p:cNvPr id="297" name="Google Shape;297;p34"/>
            <p:cNvSpPr/>
            <p:nvPr/>
          </p:nvSpPr>
          <p:spPr>
            <a:xfrm>
              <a:off x="514475" y="3033800"/>
              <a:ext cx="1186500" cy="15216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 txBox="1"/>
            <p:nvPr/>
          </p:nvSpPr>
          <p:spPr>
            <a:xfrm>
              <a:off x="421150" y="3678150"/>
              <a:ext cx="1373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Виталия Летницкая</a:t>
              </a:r>
              <a:br>
                <a:rPr lang="ru" sz="10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Генеральный продюсер</a:t>
              </a:r>
              <a:endParaRPr sz="5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РБК Pro</a:t>
              </a:r>
              <a:endParaRPr sz="5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299" name="Google Shape;299;p34"/>
            <p:cNvSpPr txBox="1"/>
            <p:nvPr/>
          </p:nvSpPr>
          <p:spPr>
            <a:xfrm>
              <a:off x="454000" y="4110650"/>
              <a:ext cx="1307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 бюро стала увереннеена планерках</a:t>
              </a:r>
              <a:endParaRPr sz="6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pic>
          <p:nvPicPr>
            <p:cNvPr id="300" name="Google Shape;300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4276" y="3189351"/>
              <a:ext cx="546900" cy="546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1" name="Google Shape;30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7950" y="3201850"/>
            <a:ext cx="547550" cy="54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82875" y="2118300"/>
            <a:ext cx="565950" cy="56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0600" y="479100"/>
            <a:ext cx="1262812" cy="1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35"/>
          <p:cNvGrpSpPr/>
          <p:nvPr/>
        </p:nvGrpSpPr>
        <p:grpSpPr>
          <a:xfrm>
            <a:off x="2161500" y="825675"/>
            <a:ext cx="4821000" cy="2044963"/>
            <a:chOff x="2161500" y="1175425"/>
            <a:chExt cx="4821000" cy="2044963"/>
          </a:xfrm>
        </p:grpSpPr>
        <p:sp>
          <p:nvSpPr>
            <p:cNvPr id="310" name="Google Shape;310;p35"/>
            <p:cNvSpPr txBox="1"/>
            <p:nvPr/>
          </p:nvSpPr>
          <p:spPr>
            <a:xfrm>
              <a:off x="2161500" y="1175425"/>
              <a:ext cx="4821000" cy="11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Заголовок</a:t>
              </a:r>
              <a:b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в две строки</a:t>
              </a:r>
              <a:endParaRPr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311" name="Google Shape;311;p35"/>
            <p:cNvSpPr txBox="1"/>
            <p:nvPr/>
          </p:nvSpPr>
          <p:spPr>
            <a:xfrm>
              <a:off x="2709450" y="2481488"/>
              <a:ext cx="37251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Описание под заголовком. В описании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становится ясно, о чем будет идти речь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в данной презентации в 3-4 строки.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312" name="Google Shape;312;p35"/>
          <p:cNvGrpSpPr/>
          <p:nvPr/>
        </p:nvGrpSpPr>
        <p:grpSpPr>
          <a:xfrm>
            <a:off x="1934838" y="3131150"/>
            <a:ext cx="5274313" cy="1568750"/>
            <a:chOff x="1670875" y="3047575"/>
            <a:chExt cx="5274313" cy="1568750"/>
          </a:xfrm>
        </p:grpSpPr>
        <p:grpSp>
          <p:nvGrpSpPr>
            <p:cNvPr id="313" name="Google Shape;313;p35"/>
            <p:cNvGrpSpPr/>
            <p:nvPr/>
          </p:nvGrpSpPr>
          <p:grpSpPr>
            <a:xfrm>
              <a:off x="1670875" y="3047575"/>
              <a:ext cx="1373100" cy="1568750"/>
              <a:chOff x="421150" y="3033800"/>
              <a:chExt cx="1373100" cy="1568750"/>
            </a:xfrm>
          </p:grpSpPr>
          <p:sp>
            <p:nvSpPr>
              <p:cNvPr id="314" name="Google Shape;314;p35"/>
              <p:cNvSpPr/>
              <p:nvPr/>
            </p:nvSpPr>
            <p:spPr>
              <a:xfrm>
                <a:off x="514475" y="3033800"/>
                <a:ext cx="1186500" cy="1521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35"/>
              <p:cNvSpPr txBox="1"/>
              <p:nvPr/>
            </p:nvSpPr>
            <p:spPr>
              <a:xfrm>
                <a:off x="421150" y="3678150"/>
                <a:ext cx="1373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700">
                    <a:solidFill>
                      <a:schemeClr val="dk1"/>
                    </a:solidFill>
                    <a:latin typeface="Wix Madefor Display SemiBold"/>
                    <a:ea typeface="Wix Madefor Display SemiBold"/>
                    <a:cs typeface="Wix Madefor Display SemiBold"/>
                    <a:sym typeface="Wix Madefor Display SemiBold"/>
                  </a:rPr>
                  <a:t>Мария Кравченко</a:t>
                </a:r>
                <a:br>
                  <a:rPr lang="ru" sz="1000">
                    <a:solidFill>
                      <a:schemeClr val="lt1"/>
                    </a:solidFill>
                    <a:latin typeface="Wix Madefor Display SemiBold"/>
                    <a:ea typeface="Wix Madefor Display SemiBold"/>
                    <a:cs typeface="Wix Madefor Display SemiBold"/>
                    <a:sym typeface="Wix Madefor Display SemiBold"/>
                  </a:rPr>
                </a:br>
                <a:r>
                  <a:rPr lang="ru"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Руководитель спец проектов</a:t>
                </a:r>
                <a:br>
                  <a:rPr lang="ru"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</a:br>
                <a:r>
                  <a:rPr lang="ru"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по маркетингу Retail Rocket</a:t>
                </a:r>
                <a:endParaRPr sz="5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  <p:sp>
            <p:nvSpPr>
              <p:cNvPr id="316" name="Google Shape;316;p35"/>
              <p:cNvSpPr txBox="1"/>
              <p:nvPr/>
            </p:nvSpPr>
            <p:spPr>
              <a:xfrm>
                <a:off x="454000" y="4048450"/>
                <a:ext cx="1307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00">
                    <a:solidFill>
                      <a:schemeClr val="dk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rPr>
                  <a:t>С бюро готовим вместе </a:t>
                </a:r>
                <a:br>
                  <a:rPr lang="ru" sz="600">
                    <a:solidFill>
                      <a:schemeClr val="dk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rPr>
                </a:br>
                <a:r>
                  <a:rPr lang="ru" sz="600">
                    <a:solidFill>
                      <a:schemeClr val="dk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rPr>
                  <a:t>масштабные конференции </a:t>
                </a:r>
                <a:br>
                  <a:rPr lang="ru" sz="600">
                    <a:solidFill>
                      <a:schemeClr val="dk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rPr>
                </a:br>
                <a:r>
                  <a:rPr lang="ru" sz="600">
                    <a:solidFill>
                      <a:schemeClr val="dk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rPr>
                  <a:t>с 2021 года</a:t>
                </a:r>
                <a:endParaRPr sz="6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lt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endParaRPr>
              </a:p>
            </p:txBody>
          </p:sp>
          <p:pic>
            <p:nvPicPr>
              <p:cNvPr id="317" name="Google Shape;317;p3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34276" y="3189351"/>
                <a:ext cx="546900" cy="546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8" name="Google Shape;318;p35"/>
            <p:cNvGrpSpPr/>
            <p:nvPr/>
          </p:nvGrpSpPr>
          <p:grpSpPr>
            <a:xfrm>
              <a:off x="2997400" y="3047575"/>
              <a:ext cx="1373100" cy="1521600"/>
              <a:chOff x="1415175" y="3039700"/>
              <a:chExt cx="1373100" cy="1521600"/>
            </a:xfrm>
          </p:grpSpPr>
          <p:grpSp>
            <p:nvGrpSpPr>
              <p:cNvPr id="319" name="Google Shape;319;p35"/>
              <p:cNvGrpSpPr/>
              <p:nvPr/>
            </p:nvGrpSpPr>
            <p:grpSpPr>
              <a:xfrm>
                <a:off x="1415175" y="3039700"/>
                <a:ext cx="1373100" cy="1521600"/>
                <a:chOff x="421150" y="3025925"/>
                <a:chExt cx="1373100" cy="1521600"/>
              </a:xfrm>
            </p:grpSpPr>
            <p:sp>
              <p:nvSpPr>
                <p:cNvPr id="320" name="Google Shape;320;p35"/>
                <p:cNvSpPr/>
                <p:nvPr/>
              </p:nvSpPr>
              <p:spPr>
                <a:xfrm>
                  <a:off x="484025" y="3025925"/>
                  <a:ext cx="1247400" cy="15216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35"/>
                <p:cNvSpPr txBox="1"/>
                <p:nvPr/>
              </p:nvSpPr>
              <p:spPr>
                <a:xfrm>
                  <a:off x="421150" y="3678150"/>
                  <a:ext cx="1373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700">
                      <a:solidFill>
                        <a:schemeClr val="lt1"/>
                      </a:solidFill>
                      <a:latin typeface="Wix Madefor Display SemiBold"/>
                      <a:ea typeface="Wix Madefor Display SemiBold"/>
                      <a:cs typeface="Wix Madefor Display SemiBold"/>
                      <a:sym typeface="Wix Madefor Display SemiBold"/>
                    </a:rPr>
                    <a:t>Максим Спиридонов</a:t>
                  </a:r>
                  <a:br>
                    <a:rPr lang="ru" sz="1000">
                      <a:solidFill>
                        <a:schemeClr val="lt1"/>
                      </a:solidFill>
                      <a:latin typeface="Wix Madefor Display SemiBold"/>
                      <a:ea typeface="Wix Madefor Display SemiBold"/>
                      <a:cs typeface="Wix Madefor Display SemiBold"/>
                      <a:sym typeface="Wix Madefor Display SemiBold"/>
                    </a:rPr>
                  </a:br>
                  <a:r>
                    <a:rPr lang="ru" sz="500">
                      <a:solidFill>
                        <a:schemeClr val="dk2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Основатель Нетологии, Фоксфорда, бизнес-клуба Reforma и экосистемы</a:t>
                  </a:r>
                  <a:br>
                    <a:rPr lang="ru" sz="500">
                      <a:solidFill>
                        <a:schemeClr val="dk2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</a:br>
                  <a:r>
                    <a:rPr lang="ru" sz="500">
                      <a:solidFill>
                        <a:schemeClr val="dk2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Wonder Family</a:t>
                  </a:r>
                  <a:endParaRPr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endParaRPr>
                </a:p>
              </p:txBody>
            </p:sp>
            <p:sp>
              <p:nvSpPr>
                <p:cNvPr id="322" name="Google Shape;322;p35"/>
                <p:cNvSpPr txBox="1"/>
                <p:nvPr/>
              </p:nvSpPr>
              <p:spPr>
                <a:xfrm>
                  <a:off x="453950" y="4093700"/>
                  <a:ext cx="13074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600">
                      <a:solidFill>
                        <a:schemeClr val="lt1"/>
                      </a:solidFill>
                      <a:latin typeface="Wix Madefor Display Medium"/>
                      <a:ea typeface="Wix Madefor Display Medium"/>
                      <a:cs typeface="Wix Madefor Display Medium"/>
                      <a:sym typeface="Wix Madefor Display Medium"/>
                    </a:rPr>
                    <a:t>С бюро подготовилсяк выступлению на TEDx</a:t>
                  </a:r>
                  <a:endParaRPr sz="600">
                    <a:solidFill>
                      <a:schemeClr val="lt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endParaRPr>
                </a:p>
              </p:txBody>
            </p:sp>
            <p:pic>
              <p:nvPicPr>
                <p:cNvPr id="323" name="Google Shape;323;p35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834276" y="3189351"/>
                  <a:ext cx="546900" cy="5468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24" name="Google Shape;324;p3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827950" y="3201850"/>
                <a:ext cx="547550" cy="547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5" name="Google Shape;325;p35"/>
            <p:cNvGrpSpPr/>
            <p:nvPr/>
          </p:nvGrpSpPr>
          <p:grpSpPr>
            <a:xfrm>
              <a:off x="4312988" y="3047575"/>
              <a:ext cx="1373100" cy="1521600"/>
              <a:chOff x="7285550" y="1970725"/>
              <a:chExt cx="1373100" cy="1521600"/>
            </a:xfrm>
          </p:grpSpPr>
          <p:grpSp>
            <p:nvGrpSpPr>
              <p:cNvPr id="326" name="Google Shape;326;p35"/>
              <p:cNvGrpSpPr/>
              <p:nvPr/>
            </p:nvGrpSpPr>
            <p:grpSpPr>
              <a:xfrm>
                <a:off x="7285550" y="1970725"/>
                <a:ext cx="1373100" cy="1521600"/>
                <a:chOff x="421150" y="3033800"/>
                <a:chExt cx="1373100" cy="1521600"/>
              </a:xfrm>
            </p:grpSpPr>
            <p:sp>
              <p:nvSpPr>
                <p:cNvPr id="327" name="Google Shape;327;p35"/>
                <p:cNvSpPr/>
                <p:nvPr/>
              </p:nvSpPr>
              <p:spPr>
                <a:xfrm>
                  <a:off x="514475" y="3033800"/>
                  <a:ext cx="1186500" cy="15216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35"/>
                <p:cNvSpPr txBox="1"/>
                <p:nvPr/>
              </p:nvSpPr>
              <p:spPr>
                <a:xfrm>
                  <a:off x="421150" y="3678150"/>
                  <a:ext cx="1373100" cy="44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700">
                      <a:solidFill>
                        <a:schemeClr val="dk1"/>
                      </a:solidFill>
                      <a:latin typeface="Wix Madefor Display SemiBold"/>
                      <a:ea typeface="Wix Madefor Display SemiBold"/>
                      <a:cs typeface="Wix Madefor Display SemiBold"/>
                      <a:sym typeface="Wix Madefor Display SemiBold"/>
                    </a:rPr>
                    <a:t>Виталия Летницкая</a:t>
                  </a:r>
                  <a:br>
                    <a:rPr lang="ru" sz="1000">
                      <a:solidFill>
                        <a:schemeClr val="lt1"/>
                      </a:solidFill>
                      <a:latin typeface="Wix Madefor Display SemiBold"/>
                      <a:ea typeface="Wix Madefor Display SemiBold"/>
                      <a:cs typeface="Wix Madefor Display SemiBold"/>
                      <a:sym typeface="Wix Madefor Display SemiBold"/>
                    </a:rPr>
                  </a:br>
                  <a:r>
                    <a:rPr lang="ru" sz="500">
                      <a:solidFill>
                        <a:schemeClr val="dk2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Генеральный продюсер</a:t>
                  </a:r>
                  <a:endParaRPr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endParaRPr>
                </a:p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500">
                      <a:solidFill>
                        <a:schemeClr val="dk2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РБК Pro</a:t>
                  </a:r>
                  <a:endParaRPr sz="500">
                    <a:solidFill>
                      <a:schemeClr val="dk2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endParaRPr>
                </a:p>
              </p:txBody>
            </p:sp>
            <p:sp>
              <p:nvSpPr>
                <p:cNvPr id="329" name="Google Shape;329;p35"/>
                <p:cNvSpPr txBox="1"/>
                <p:nvPr/>
              </p:nvSpPr>
              <p:spPr>
                <a:xfrm>
                  <a:off x="471525" y="4110650"/>
                  <a:ext cx="12900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600">
                      <a:solidFill>
                        <a:schemeClr val="dk1"/>
                      </a:solidFill>
                      <a:latin typeface="Wix Madefor Display Medium"/>
                      <a:ea typeface="Wix Madefor Display Medium"/>
                      <a:cs typeface="Wix Madefor Display Medium"/>
                      <a:sym typeface="Wix Madefor Display Medium"/>
                    </a:rPr>
                    <a:t>С бюро стала увереннеена планерках</a:t>
                  </a:r>
                  <a:endParaRPr sz="600">
                    <a:solidFill>
                      <a:schemeClr val="lt1"/>
                    </a:solidFill>
                    <a:latin typeface="Wix Madefor Display Medium"/>
                    <a:ea typeface="Wix Madefor Display Medium"/>
                    <a:cs typeface="Wix Madefor Display Medium"/>
                    <a:sym typeface="Wix Madefor Display Medium"/>
                  </a:endParaRPr>
                </a:p>
              </p:txBody>
            </p:sp>
            <p:pic>
              <p:nvPicPr>
                <p:cNvPr id="330" name="Google Shape;330;p35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834276" y="3189351"/>
                  <a:ext cx="546900" cy="5468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31" name="Google Shape;331;p3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689125" y="2118300"/>
                <a:ext cx="565950" cy="565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2" name="Google Shape;332;p35"/>
            <p:cNvGrpSpPr/>
            <p:nvPr/>
          </p:nvGrpSpPr>
          <p:grpSpPr>
            <a:xfrm>
              <a:off x="5697788" y="3047575"/>
              <a:ext cx="1247400" cy="1521600"/>
              <a:chOff x="5994675" y="3071150"/>
              <a:chExt cx="1247400" cy="1521600"/>
            </a:xfrm>
          </p:grpSpPr>
          <p:grpSp>
            <p:nvGrpSpPr>
              <p:cNvPr id="333" name="Google Shape;333;p35"/>
              <p:cNvGrpSpPr/>
              <p:nvPr/>
            </p:nvGrpSpPr>
            <p:grpSpPr>
              <a:xfrm>
                <a:off x="6123975" y="3447000"/>
                <a:ext cx="988800" cy="926575"/>
                <a:chOff x="4077600" y="3767000"/>
                <a:chExt cx="988800" cy="926575"/>
              </a:xfrm>
            </p:grpSpPr>
            <p:pic>
              <p:nvPicPr>
                <p:cNvPr id="334" name="Google Shape;334;p35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4310950" y="3767000"/>
                  <a:ext cx="522100" cy="523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5" name="Google Shape;335;p35"/>
                <p:cNvSpPr txBox="1"/>
                <p:nvPr/>
              </p:nvSpPr>
              <p:spPr>
                <a:xfrm>
                  <a:off x="4077600" y="4262475"/>
                  <a:ext cx="9888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" sz="800">
                      <a:solidFill>
                        <a:schemeClr val="dk1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Тут может быть</a:t>
                  </a:r>
                  <a:br>
                    <a:rPr lang="ru" sz="800">
                      <a:solidFill>
                        <a:schemeClr val="dk1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</a:br>
                  <a:r>
                    <a:rPr lang="ru" sz="800">
                      <a:solidFill>
                        <a:schemeClr val="dk1"/>
                      </a:solidFill>
                      <a:latin typeface="Wix Madefor Display"/>
                      <a:ea typeface="Wix Madefor Display"/>
                      <a:cs typeface="Wix Madefor Display"/>
                      <a:sym typeface="Wix Madefor Display"/>
                    </a:rPr>
                    <a:t>ваша история</a:t>
                  </a:r>
                  <a:endParaRPr sz="800">
                    <a:solidFill>
                      <a:schemeClr val="dk1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endParaRPr>
                </a:p>
              </p:txBody>
            </p:sp>
          </p:grpSp>
          <p:sp>
            <p:nvSpPr>
              <p:cNvPr id="336" name="Google Shape;336;p35"/>
              <p:cNvSpPr/>
              <p:nvPr/>
            </p:nvSpPr>
            <p:spPr>
              <a:xfrm>
                <a:off x="5994675" y="3071150"/>
                <a:ext cx="1247400" cy="1521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37" name="Google Shape;337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0600" y="479100"/>
            <a:ext cx="1262812" cy="1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/>
        </p:nvSpPr>
        <p:spPr>
          <a:xfrm>
            <a:off x="2161500" y="1571275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2709450" y="28333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345" name="Google Shape;34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600" y="479100"/>
            <a:ext cx="1262812" cy="1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Градиенты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52" name="Google Shape;352;p37"/>
          <p:cNvSpPr txBox="1"/>
          <p:nvPr/>
        </p:nvSpPr>
        <p:spPr>
          <a:xfrm>
            <a:off x="402775" y="1300925"/>
            <a:ext cx="463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Можно использовать как слайд для начала презентации,</a:t>
            </a:r>
            <a:b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слайд перебивки, слайд ключевой мысли или любой</a:t>
            </a:r>
            <a:b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другой слайд с фоном.</a:t>
            </a:r>
            <a:endParaRPr sz="1000">
              <a:solidFill>
                <a:srgbClr val="EFEFE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353" name="Google Shape;3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399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63" name="Google Shape;363;p38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9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0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2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399" name="Google Shape;399;p42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3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08" name="Google Shape;408;p43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Линии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402775" y="1300925"/>
            <a:ext cx="463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Можно использовать как слайд для начала презентации,</a:t>
            </a:r>
            <a:b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слайд перебивки или фоном.</a:t>
            </a:r>
            <a:endParaRPr sz="1000">
              <a:solidFill>
                <a:srgbClr val="EFEFE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15" name="Google Shape;4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5"/>
          <p:cNvPicPr preferRelativeResize="0"/>
          <p:nvPr/>
        </p:nvPicPr>
        <p:blipFill rotWithShape="1">
          <a:blip r:embed="rId3">
            <a:alphaModFix/>
          </a:blip>
          <a:srcRect b="0" l="0" r="8734" t="872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5"/>
          <p:cNvSpPr txBox="1"/>
          <p:nvPr/>
        </p:nvSpPr>
        <p:spPr>
          <a:xfrm>
            <a:off x="350700" y="190132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25" name="Google Shape;425;p45"/>
          <p:cNvSpPr txBox="1"/>
          <p:nvPr/>
        </p:nvSpPr>
        <p:spPr>
          <a:xfrm>
            <a:off x="397400" y="364282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6"/>
          <p:cNvPicPr preferRelativeResize="0"/>
          <p:nvPr/>
        </p:nvPicPr>
        <p:blipFill rotWithShape="1">
          <a:blip r:embed="rId3">
            <a:alphaModFix/>
          </a:blip>
          <a:srcRect b="0" l="0" r="9600" t="9608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6"/>
          <p:cNvSpPr txBox="1"/>
          <p:nvPr/>
        </p:nvSpPr>
        <p:spPr>
          <a:xfrm>
            <a:off x="350700" y="190132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34" name="Google Shape;434;p46"/>
          <p:cNvSpPr txBox="1"/>
          <p:nvPr/>
        </p:nvSpPr>
        <p:spPr>
          <a:xfrm>
            <a:off x="397400" y="364282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47"/>
          <p:cNvPicPr preferRelativeResize="0"/>
          <p:nvPr/>
        </p:nvPicPr>
        <p:blipFill rotWithShape="1">
          <a:blip r:embed="rId3">
            <a:alphaModFix/>
          </a:blip>
          <a:srcRect b="0" l="0" r="10096" t="1009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7"/>
          <p:cNvSpPr txBox="1"/>
          <p:nvPr/>
        </p:nvSpPr>
        <p:spPr>
          <a:xfrm>
            <a:off x="350700" y="190132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42" name="Google Shape;442;p47"/>
          <p:cNvSpPr txBox="1"/>
          <p:nvPr/>
        </p:nvSpPr>
        <p:spPr>
          <a:xfrm>
            <a:off x="397400" y="364282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Стрелка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48" name="Google Shape;448;p48"/>
          <p:cNvSpPr txBox="1"/>
          <p:nvPr/>
        </p:nvSpPr>
        <p:spPr>
          <a:xfrm>
            <a:off x="402775" y="1300925"/>
            <a:ext cx="4631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Можно использовать как слайд для начала презентации,</a:t>
            </a:r>
            <a:b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слайд перебивки, слайд ключевой мысли или любой</a:t>
            </a:r>
            <a:b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rgbClr val="EFEFE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другой слайд с фоном.</a:t>
            </a:r>
            <a:endParaRPr sz="1000">
              <a:solidFill>
                <a:srgbClr val="EFEFE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FEFE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49" name="Google Shape;4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49"/>
          <p:cNvPicPr preferRelativeResize="0"/>
          <p:nvPr/>
        </p:nvPicPr>
        <p:blipFill rotWithShape="1">
          <a:blip r:embed="rId3">
            <a:alphaModFix/>
          </a:blip>
          <a:srcRect b="0" l="0" r="4970" t="0"/>
          <a:stretch/>
        </p:blipFill>
        <p:spPr>
          <a:xfrm>
            <a:off x="1620500" y="0"/>
            <a:ext cx="752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7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9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397400" y="4181775"/>
            <a:ext cx="372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*Стрелка вырезана, под нее можно вставить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любую фотографию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50"/>
          <p:cNvPicPr preferRelativeResize="0"/>
          <p:nvPr/>
        </p:nvPicPr>
        <p:blipFill rotWithShape="1">
          <a:blip r:embed="rId3">
            <a:alphaModFix/>
          </a:blip>
          <a:srcRect b="0" l="0" r="4970" t="0"/>
          <a:stretch/>
        </p:blipFill>
        <p:spPr>
          <a:xfrm>
            <a:off x="1620500" y="0"/>
            <a:ext cx="752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0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accent3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69" name="Google Shape;469;p50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70" name="Google Shape;470;p50"/>
          <p:cNvSpPr txBox="1"/>
          <p:nvPr/>
        </p:nvSpPr>
        <p:spPr>
          <a:xfrm>
            <a:off x="397400" y="4220800"/>
            <a:ext cx="372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*Стрелка вырезана, под нее можно вставить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любую фотографию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71" name="Google Shape;47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1"/>
          <p:cNvPicPr preferRelativeResize="0"/>
          <p:nvPr/>
        </p:nvPicPr>
        <p:blipFill rotWithShape="1">
          <a:blip r:embed="rId3">
            <a:alphaModFix/>
          </a:blip>
          <a:srcRect b="0" l="0" r="4970" t="0"/>
          <a:stretch/>
        </p:blipFill>
        <p:spPr>
          <a:xfrm>
            <a:off x="1620500" y="0"/>
            <a:ext cx="752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1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3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accent3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79" name="Google Shape;479;p51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80" name="Google Shape;480;p51"/>
          <p:cNvSpPr txBox="1"/>
          <p:nvPr/>
        </p:nvSpPr>
        <p:spPr>
          <a:xfrm>
            <a:off x="397400" y="4205175"/>
            <a:ext cx="372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*Стрелка вырезана, под нее можно вставить </a:t>
            </a:r>
            <a:b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accent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любую фотографию</a:t>
            </a:r>
            <a:endParaRPr sz="10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81" name="Google Shape;48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52"/>
          <p:cNvPicPr preferRelativeResize="0"/>
          <p:nvPr/>
        </p:nvPicPr>
        <p:blipFill rotWithShape="1">
          <a:blip r:embed="rId3">
            <a:alphaModFix/>
          </a:blip>
          <a:srcRect b="0" l="0" r="4970" t="0"/>
          <a:stretch/>
        </p:blipFill>
        <p:spPr>
          <a:xfrm>
            <a:off x="1620500" y="0"/>
            <a:ext cx="752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2"/>
          <p:cNvSpPr txBox="1"/>
          <p:nvPr/>
        </p:nvSpPr>
        <p:spPr>
          <a:xfrm>
            <a:off x="350700" y="4023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lt2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89" name="Google Shape;489;p52"/>
          <p:cNvSpPr txBox="1"/>
          <p:nvPr/>
        </p:nvSpPr>
        <p:spPr>
          <a:xfrm>
            <a:off x="397400" y="21438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0" name="Google Shape;490;p52"/>
          <p:cNvSpPr txBox="1"/>
          <p:nvPr/>
        </p:nvSpPr>
        <p:spPr>
          <a:xfrm>
            <a:off x="397400" y="4197375"/>
            <a:ext cx="372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*Стрелка вырезана, под нее можно вставить </a:t>
            </a:r>
            <a:b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любую фотографию</a:t>
            </a:r>
            <a:endParaRPr sz="100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91" name="Google Shape;49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/>
          <p:nvPr/>
        </p:nvSpPr>
        <p:spPr>
          <a:xfrm>
            <a:off x="356075" y="43847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План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выступления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498" name="Google Shape;498;p53"/>
          <p:cNvSpPr txBox="1"/>
          <p:nvPr/>
        </p:nvSpPr>
        <p:spPr>
          <a:xfrm>
            <a:off x="402775" y="1691300"/>
            <a:ext cx="4631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Слайд подойдет для всего, где требуется показать последовательность шагов/несколько пунктов.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Последовательность можно показать послайдово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(т.е. сначала 1, затем 2 и т.д)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99" name="Google Shape;49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20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81552" y="44167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06" name="Google Shape;50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7" name="Google Shape;507;p54"/>
          <p:cNvGrpSpPr/>
          <p:nvPr/>
        </p:nvGrpSpPr>
        <p:grpSpPr>
          <a:xfrm>
            <a:off x="478958" y="1905000"/>
            <a:ext cx="1300075" cy="1861850"/>
            <a:chOff x="569400" y="1905000"/>
            <a:chExt cx="1267500" cy="1861850"/>
          </a:xfrm>
        </p:grpSpPr>
        <p:sp>
          <p:nvSpPr>
            <p:cNvPr id="508" name="Google Shape;508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8CF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01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09" name="Google Shape;509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Фреймворк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подготовки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10" name="Google Shape;510;p54"/>
          <p:cNvGrpSpPr/>
          <p:nvPr/>
        </p:nvGrpSpPr>
        <p:grpSpPr>
          <a:xfrm>
            <a:off x="1856115" y="1905000"/>
            <a:ext cx="1300075" cy="1861850"/>
            <a:chOff x="569400" y="1905000"/>
            <a:chExt cx="1267500" cy="1861850"/>
          </a:xfrm>
        </p:grpSpPr>
        <p:sp>
          <p:nvSpPr>
            <p:cNvPr id="511" name="Google Shape;511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AB8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02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Структура выступления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13" name="Google Shape;513;p54"/>
          <p:cNvGrpSpPr/>
          <p:nvPr/>
        </p:nvGrpSpPr>
        <p:grpSpPr>
          <a:xfrm>
            <a:off x="3233273" y="1905000"/>
            <a:ext cx="1300075" cy="1861850"/>
            <a:chOff x="569400" y="1905000"/>
            <a:chExt cx="1267500" cy="1861850"/>
          </a:xfrm>
        </p:grpSpPr>
        <p:sp>
          <p:nvSpPr>
            <p:cNvPr id="514" name="Google Shape;514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BA1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03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15" name="Google Shape;515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Структура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«Путь героя»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16" name="Google Shape;516;p54"/>
          <p:cNvGrpSpPr/>
          <p:nvPr/>
        </p:nvGrpSpPr>
        <p:grpSpPr>
          <a:xfrm>
            <a:off x="4610430" y="1905000"/>
            <a:ext cx="1300075" cy="1861850"/>
            <a:chOff x="569400" y="1905000"/>
            <a:chExt cx="1267500" cy="1861850"/>
          </a:xfrm>
        </p:grpSpPr>
        <p:sp>
          <p:nvSpPr>
            <p:cNvPr id="517" name="Google Shape;517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C8A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04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18" name="Google Shape;518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Украшение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речи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19" name="Google Shape;519;p54"/>
          <p:cNvGrpSpPr/>
          <p:nvPr/>
        </p:nvGrpSpPr>
        <p:grpSpPr>
          <a:xfrm>
            <a:off x="5987587" y="1905000"/>
            <a:ext cx="1300075" cy="1861850"/>
            <a:chOff x="569400" y="1905000"/>
            <a:chExt cx="1267500" cy="1861850"/>
          </a:xfrm>
        </p:grpSpPr>
        <p:sp>
          <p:nvSpPr>
            <p:cNvPr id="520" name="Google Shape;520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E73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05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21" name="Google Shape;521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Ответы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на вопросы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22" name="Google Shape;522;p54"/>
          <p:cNvGrpSpPr/>
          <p:nvPr/>
        </p:nvGrpSpPr>
        <p:grpSpPr>
          <a:xfrm>
            <a:off x="7364745" y="1905000"/>
            <a:ext cx="1300075" cy="1861850"/>
            <a:chOff x="569400" y="1905000"/>
            <a:chExt cx="1267500" cy="1861850"/>
          </a:xfrm>
        </p:grpSpPr>
        <p:sp>
          <p:nvSpPr>
            <p:cNvPr id="523" name="Google Shape;523;p54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06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24" name="Google Shape;524;p54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Выпускной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55"/>
          <p:cNvGrpSpPr/>
          <p:nvPr/>
        </p:nvGrpSpPr>
        <p:grpSpPr>
          <a:xfrm>
            <a:off x="478988" y="1905000"/>
            <a:ext cx="1959428" cy="1861850"/>
            <a:chOff x="569400" y="1905000"/>
            <a:chExt cx="1267500" cy="1861850"/>
          </a:xfrm>
        </p:grpSpPr>
        <p:sp>
          <p:nvSpPr>
            <p:cNvPr id="530" name="Google Shape;530;p55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8CF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01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31" name="Google Shape;531;p55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Фреймворк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подготовки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32" name="Google Shape;532;p55"/>
          <p:cNvGrpSpPr/>
          <p:nvPr/>
        </p:nvGrpSpPr>
        <p:grpSpPr>
          <a:xfrm>
            <a:off x="2554472" y="1905000"/>
            <a:ext cx="1959428" cy="1861850"/>
            <a:chOff x="569400" y="1905000"/>
            <a:chExt cx="1267500" cy="1861850"/>
          </a:xfrm>
        </p:grpSpPr>
        <p:sp>
          <p:nvSpPr>
            <p:cNvPr id="533" name="Google Shape;533;p55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BA1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02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34" name="Google Shape;534;p55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Структура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выступления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35" name="Google Shape;535;p55"/>
          <p:cNvGrpSpPr/>
          <p:nvPr/>
        </p:nvGrpSpPr>
        <p:grpSpPr>
          <a:xfrm>
            <a:off x="4629956" y="1905000"/>
            <a:ext cx="1959428" cy="1861850"/>
            <a:chOff x="569400" y="1905000"/>
            <a:chExt cx="1267500" cy="1861850"/>
          </a:xfrm>
        </p:grpSpPr>
        <p:sp>
          <p:nvSpPr>
            <p:cNvPr id="536" name="Google Shape;536;p55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rgbClr val="FE73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03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37" name="Google Shape;537;p55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Структура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«Путь героя»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grpSp>
        <p:nvGrpSpPr>
          <p:cNvPr id="538" name="Google Shape;538;p55"/>
          <p:cNvGrpSpPr/>
          <p:nvPr/>
        </p:nvGrpSpPr>
        <p:grpSpPr>
          <a:xfrm>
            <a:off x="6705440" y="1905000"/>
            <a:ext cx="1959428" cy="1861850"/>
            <a:chOff x="569400" y="1905000"/>
            <a:chExt cx="1267500" cy="1861850"/>
          </a:xfrm>
        </p:grpSpPr>
        <p:sp>
          <p:nvSpPr>
            <p:cNvPr id="539" name="Google Shape;539;p55"/>
            <p:cNvSpPr/>
            <p:nvPr/>
          </p:nvSpPr>
          <p:spPr>
            <a:xfrm>
              <a:off x="569400" y="190500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accent1"/>
            </a:solidFill>
            <a:ln cap="flat" cmpd="sng" w="9525">
              <a:solidFill>
                <a:srgbClr val="FF5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ExtraBold"/>
                  <a:ea typeface="Wix Madefor Display ExtraBold"/>
                  <a:cs typeface="Wix Madefor Display ExtraBold"/>
                  <a:sym typeface="Wix Madefor Display ExtraBold"/>
                </a:rPr>
                <a:t>04</a:t>
              </a:r>
              <a:endParaRPr sz="48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endParaRPr>
            </a:p>
          </p:txBody>
        </p:sp>
        <p:sp>
          <p:nvSpPr>
            <p:cNvPr id="540" name="Google Shape;540;p55"/>
            <p:cNvSpPr/>
            <p:nvPr/>
          </p:nvSpPr>
          <p:spPr>
            <a:xfrm>
              <a:off x="569400" y="2874050"/>
              <a:ext cx="1267500" cy="892800"/>
            </a:xfrm>
            <a:prstGeom prst="roundRect">
              <a:avLst>
                <a:gd fmla="val 18795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Украшение</a:t>
              </a:r>
              <a:b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1000"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речи</a:t>
              </a:r>
              <a:endParaRPr sz="1000"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</p:grpSp>
      <p:sp>
        <p:nvSpPr>
          <p:cNvPr id="541" name="Google Shape;541;p55"/>
          <p:cNvSpPr txBox="1"/>
          <p:nvPr/>
        </p:nvSpPr>
        <p:spPr>
          <a:xfrm>
            <a:off x="399600" y="3715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42" name="Google Shape;54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"/>
          <p:cNvSpPr txBox="1"/>
          <p:nvPr/>
        </p:nvSpPr>
        <p:spPr>
          <a:xfrm>
            <a:off x="356075" y="424025"/>
            <a:ext cx="4821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Био спикера/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компании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48" name="Google Shape;548;p56"/>
          <p:cNvSpPr txBox="1"/>
          <p:nvPr/>
        </p:nvSpPr>
        <p:spPr>
          <a:xfrm>
            <a:off x="402775" y="1676850"/>
            <a:ext cx="463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Слайд с самопрезентацией тренера,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спикера или бюро Глагол.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49" name="Google Shape;54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1302" y="44308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95652" y="44308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57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спикер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496800" y="940650"/>
            <a:ext cx="1237200" cy="319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организатор TEDx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58" name="Google Shape;558;p57"/>
          <p:cNvSpPr/>
          <p:nvPr/>
        </p:nvSpPr>
        <p:spPr>
          <a:xfrm>
            <a:off x="1787099" y="940650"/>
            <a:ext cx="1237200" cy="319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подготовка C-level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59" name="Google Shape;559;p57"/>
          <p:cNvSpPr txBox="1"/>
          <p:nvPr/>
        </p:nvSpPr>
        <p:spPr>
          <a:xfrm>
            <a:off x="412500" y="1400950"/>
            <a:ext cx="20733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Артем Гусев</a:t>
            </a:r>
            <a:endParaRPr sz="2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560" name="Google Shape;56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7275" y="2673000"/>
            <a:ext cx="1297625" cy="14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7"/>
          <p:cNvSpPr txBox="1"/>
          <p:nvPr/>
        </p:nvSpPr>
        <p:spPr>
          <a:xfrm>
            <a:off x="412500" y="1869850"/>
            <a:ext cx="34755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основал бюро Глагол,</a:t>
            </a:r>
            <a:endParaRPr sz="2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разработал продуктовый </a:t>
            </a:r>
            <a:b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подход к подготовке</a:t>
            </a:r>
            <a:b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выступлений</a:t>
            </a:r>
            <a:endParaRPr sz="2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58"/>
          <p:cNvPicPr preferRelativeResize="0"/>
          <p:nvPr/>
        </p:nvPicPr>
        <p:blipFill rotWithShape="1">
          <a:blip r:embed="rId3">
            <a:alphaModFix/>
          </a:blip>
          <a:srcRect b="0" l="42048" r="13676" t="0"/>
          <a:stretch/>
        </p:blipFill>
        <p:spPr>
          <a:xfrm>
            <a:off x="5095501" y="0"/>
            <a:ext cx="40484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300" y="3192600"/>
            <a:ext cx="1297625" cy="14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8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спикер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0" name="Google Shape;570;p58"/>
          <p:cNvSpPr/>
          <p:nvPr/>
        </p:nvSpPr>
        <p:spPr>
          <a:xfrm>
            <a:off x="496800" y="940650"/>
            <a:ext cx="1237200" cy="319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организатор TEDx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1" name="Google Shape;571;p58"/>
          <p:cNvSpPr/>
          <p:nvPr/>
        </p:nvSpPr>
        <p:spPr>
          <a:xfrm>
            <a:off x="1787099" y="940650"/>
            <a:ext cx="1237200" cy="319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подготовка C-level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2" name="Google Shape;572;p58"/>
          <p:cNvSpPr txBox="1"/>
          <p:nvPr/>
        </p:nvSpPr>
        <p:spPr>
          <a:xfrm>
            <a:off x="412500" y="1400950"/>
            <a:ext cx="20733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Артем Гусев</a:t>
            </a:r>
            <a:endParaRPr sz="2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73" name="Google Shape;573;p58"/>
          <p:cNvSpPr txBox="1"/>
          <p:nvPr/>
        </p:nvSpPr>
        <p:spPr>
          <a:xfrm>
            <a:off x="412500" y="1869850"/>
            <a:ext cx="34755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основал бюро Глагол,</a:t>
            </a:r>
            <a:endParaRPr sz="2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разработал продуктовый </a:t>
            </a:r>
            <a:b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подход к подготовке</a:t>
            </a:r>
            <a:b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2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выступлений</a:t>
            </a:r>
            <a:endParaRPr sz="20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9"/>
          <p:cNvPicPr preferRelativeResize="0"/>
          <p:nvPr/>
        </p:nvPicPr>
        <p:blipFill rotWithShape="1">
          <a:blip r:embed="rId3">
            <a:alphaModFix/>
          </a:blip>
          <a:srcRect b="26726" l="12253" r="49678" t="725"/>
          <a:stretch/>
        </p:blipFill>
        <p:spPr>
          <a:xfrm>
            <a:off x="5095501" y="0"/>
            <a:ext cx="4048497" cy="51422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9" name="Google Shape;579;p59"/>
          <p:cNvGrpSpPr/>
          <p:nvPr/>
        </p:nvGrpSpPr>
        <p:grpSpPr>
          <a:xfrm>
            <a:off x="478975" y="1255375"/>
            <a:ext cx="2488500" cy="1393500"/>
            <a:chOff x="478975" y="1064025"/>
            <a:chExt cx="2488500" cy="1393500"/>
          </a:xfrm>
        </p:grpSpPr>
        <p:sp>
          <p:nvSpPr>
            <p:cNvPr id="580" name="Google Shape;580;p59"/>
            <p:cNvSpPr txBox="1"/>
            <p:nvPr/>
          </p:nvSpPr>
          <p:spPr>
            <a:xfrm>
              <a:off x="478975" y="1064025"/>
              <a:ext cx="24885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5 лет</a:t>
              </a:r>
              <a:b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</a:br>
              <a: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на рынке</a:t>
              </a:r>
              <a:endParaRPr sz="37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sp>
          <p:nvSpPr>
            <p:cNvPr id="581" name="Google Shape;581;p59"/>
            <p:cNvSpPr txBox="1"/>
            <p:nvPr/>
          </p:nvSpPr>
          <p:spPr>
            <a:xfrm>
              <a:off x="514875" y="1964925"/>
              <a:ext cx="2342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Подготовили 2500+ выступлений </a:t>
              </a:r>
              <a:b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и обучили более 200 компаний</a:t>
              </a:r>
              <a:endParaRPr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582" name="Google Shape;582;p59"/>
          <p:cNvGrpSpPr/>
          <p:nvPr/>
        </p:nvGrpSpPr>
        <p:grpSpPr>
          <a:xfrm>
            <a:off x="478975" y="2905275"/>
            <a:ext cx="1769400" cy="981600"/>
            <a:chOff x="478975" y="1064025"/>
            <a:chExt cx="1769400" cy="981600"/>
          </a:xfrm>
        </p:grpSpPr>
        <p:sp>
          <p:nvSpPr>
            <p:cNvPr id="583" name="Google Shape;583;p59"/>
            <p:cNvSpPr txBox="1"/>
            <p:nvPr/>
          </p:nvSpPr>
          <p:spPr>
            <a:xfrm>
              <a:off x="478975" y="1064025"/>
              <a:ext cx="17694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5000+</a:t>
              </a:r>
              <a:endParaRPr sz="37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sp>
          <p:nvSpPr>
            <p:cNvPr id="584" name="Google Shape;584;p59"/>
            <p:cNvSpPr txBox="1"/>
            <p:nvPr/>
          </p:nvSpPr>
          <p:spPr>
            <a:xfrm>
              <a:off x="514875" y="1553025"/>
              <a:ext cx="173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Спикеров подготовлены</a:t>
              </a:r>
              <a:b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к выступлениям</a:t>
              </a:r>
              <a:endParaRPr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585" name="Google Shape;585;p59"/>
          <p:cNvGrpSpPr/>
          <p:nvPr/>
        </p:nvGrpSpPr>
        <p:grpSpPr>
          <a:xfrm>
            <a:off x="2606050" y="2905275"/>
            <a:ext cx="1769400" cy="827700"/>
            <a:chOff x="478975" y="1064025"/>
            <a:chExt cx="1769400" cy="827700"/>
          </a:xfrm>
        </p:grpSpPr>
        <p:sp>
          <p:nvSpPr>
            <p:cNvPr id="586" name="Google Shape;586;p59"/>
            <p:cNvSpPr txBox="1"/>
            <p:nvPr/>
          </p:nvSpPr>
          <p:spPr>
            <a:xfrm>
              <a:off x="478975" y="1064025"/>
              <a:ext cx="17694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200</a:t>
              </a:r>
              <a:r>
                <a:rPr lang="ru" sz="3700">
                  <a:solidFill>
                    <a:schemeClr val="dk1"/>
                  </a:solidFill>
                  <a:latin typeface="Wix Madefor Display Medium"/>
                  <a:ea typeface="Wix Madefor Display Medium"/>
                  <a:cs typeface="Wix Madefor Display Medium"/>
                  <a:sym typeface="Wix Madefor Display Medium"/>
                </a:rPr>
                <a:t>+</a:t>
              </a:r>
              <a:endParaRPr sz="37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endParaRPr>
            </a:p>
          </p:txBody>
        </p:sp>
        <p:sp>
          <p:nvSpPr>
            <p:cNvPr id="587" name="Google Shape;587;p59"/>
            <p:cNvSpPr txBox="1"/>
            <p:nvPr/>
          </p:nvSpPr>
          <p:spPr>
            <a:xfrm>
              <a:off x="514875" y="1553025"/>
              <a:ext cx="173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Компаний обучили</a:t>
              </a:r>
              <a:endParaRPr sz="10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sp>
        <p:nvSpPr>
          <p:cNvPr id="588" name="Google Shape;588;p59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 компании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89" name="Google Shape;58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225" y="527450"/>
            <a:ext cx="5381574" cy="5437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75" y="2098425"/>
            <a:ext cx="1653100" cy="187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0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глаголом жечь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1"/>
          <p:cNvSpPr/>
          <p:nvPr/>
        </p:nvSpPr>
        <p:spPr>
          <a:xfrm>
            <a:off x="478975" y="2098475"/>
            <a:ext cx="1653000" cy="187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1"/>
          <p:cNvSpPr txBox="1"/>
          <p:nvPr/>
        </p:nvSpPr>
        <p:spPr>
          <a:xfrm>
            <a:off x="478975" y="2866625"/>
            <a:ext cx="16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тут</a:t>
            </a: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qr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04" name="Google Shape;60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825" y="397925"/>
            <a:ext cx="3194949" cy="631588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1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скрин на телефоне + qr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06" name="Google Shape;60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Бланковый заголовок + текст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12" name="Google Shape;612;p62"/>
          <p:cNvSpPr txBox="1"/>
          <p:nvPr/>
        </p:nvSpPr>
        <p:spPr>
          <a:xfrm>
            <a:off x="402775" y="1691300"/>
            <a:ext cx="46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Три варианта слайда.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13" name="Google Shape;61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1302" y="4430800"/>
            <a:ext cx="233600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95652" y="4430800"/>
            <a:ext cx="233600" cy="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3"/>
          <p:cNvSpPr txBox="1"/>
          <p:nvPr/>
        </p:nvSpPr>
        <p:spPr>
          <a:xfrm>
            <a:off x="350700" y="8595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20" name="Google Shape;620;p63"/>
          <p:cNvSpPr txBox="1"/>
          <p:nvPr/>
        </p:nvSpPr>
        <p:spPr>
          <a:xfrm>
            <a:off x="397400" y="2601000"/>
            <a:ext cx="43386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44474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– Используйте фотографии из нашего архива; </a:t>
            </a:r>
            <a:endParaRPr sz="1050">
              <a:solidFill>
                <a:srgbClr val="44474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44474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– используйте бесплатные стоки для подборки нейтральной фотографии(например, </a:t>
            </a:r>
            <a:r>
              <a:rPr lang="ru" sz="1050" u="sng">
                <a:solidFill>
                  <a:schemeClr val="hlink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4"/>
              </a:rPr>
              <a:t>unsplash</a:t>
            </a:r>
            <a:r>
              <a:rPr lang="ru" sz="1050">
                <a:solidFill>
                  <a:srgbClr val="44474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или </a:t>
            </a:r>
            <a:r>
              <a:rPr lang="ru" sz="1050" u="sng">
                <a:solidFill>
                  <a:schemeClr val="hlink"/>
                </a:solidFill>
                <a:latin typeface="Wix Madefor Display"/>
                <a:ea typeface="Wix Madefor Display"/>
                <a:cs typeface="Wix Madefor Display"/>
                <a:sym typeface="Wix Madefor Display"/>
                <a:hlinkClick r:id="rId5"/>
              </a:rPr>
              <a:t>freepik</a:t>
            </a:r>
            <a:r>
              <a:rPr lang="ru" sz="1050">
                <a:solidFill>
                  <a:srgbClr val="44474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);</a:t>
            </a:r>
            <a:endParaRPr sz="1050">
              <a:solidFill>
                <a:srgbClr val="44474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444746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– в случае затруднений — используйте слайд без изображения.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21" name="Google Shape;621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3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4"/>
          <p:cNvSpPr txBox="1"/>
          <p:nvPr/>
        </p:nvSpPr>
        <p:spPr>
          <a:xfrm>
            <a:off x="2161500" y="1571275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29" name="Google Shape;629;p64"/>
          <p:cNvSpPr txBox="1"/>
          <p:nvPr/>
        </p:nvSpPr>
        <p:spPr>
          <a:xfrm>
            <a:off x="2709450" y="28333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30" name="Google Shape;63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4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5"/>
          <p:cNvSpPr txBox="1"/>
          <p:nvPr/>
        </p:nvSpPr>
        <p:spPr>
          <a:xfrm>
            <a:off x="2161500" y="1571275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accen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37" name="Google Shape;637;p65"/>
          <p:cNvSpPr txBox="1"/>
          <p:nvPr/>
        </p:nvSpPr>
        <p:spPr>
          <a:xfrm>
            <a:off x="2709450" y="2833300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38" name="Google Shape;63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5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6"/>
          <p:cNvSpPr txBox="1"/>
          <p:nvPr/>
        </p:nvSpPr>
        <p:spPr>
          <a:xfrm>
            <a:off x="350700" y="8595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45" name="Google Shape;645;p66"/>
          <p:cNvSpPr txBox="1"/>
          <p:nvPr/>
        </p:nvSpPr>
        <p:spPr>
          <a:xfrm>
            <a:off x="397400" y="2601000"/>
            <a:ext cx="43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50">
              <a:solidFill>
                <a:srgbClr val="44474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46" name="Google Shape;64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6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7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Важная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мысль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53" name="Google Shape;653;p67"/>
          <p:cNvSpPr txBox="1"/>
          <p:nvPr/>
        </p:nvSpPr>
        <p:spPr>
          <a:xfrm>
            <a:off x="402775" y="1691300"/>
            <a:ext cx="46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Три варианта слайда с ключевой мыслью. 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654" name="Google Shape;654;p67"/>
          <p:cNvGrpSpPr/>
          <p:nvPr/>
        </p:nvGrpSpPr>
        <p:grpSpPr>
          <a:xfrm>
            <a:off x="8005352" y="4340500"/>
            <a:ext cx="569250" cy="233600"/>
            <a:chOff x="8005352" y="4340500"/>
            <a:chExt cx="569250" cy="233600"/>
          </a:xfrm>
        </p:grpSpPr>
        <p:pic>
          <p:nvPicPr>
            <p:cNvPr id="655" name="Google Shape;655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6" name="Google Shape;656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"/>
          <p:cNvSpPr txBox="1"/>
          <p:nvPr/>
        </p:nvSpPr>
        <p:spPr>
          <a:xfrm>
            <a:off x="2161500" y="2301975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662" name="Google Shape;66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5675" y="43405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8"/>
          <p:cNvSpPr txBox="1"/>
          <p:nvPr/>
        </p:nvSpPr>
        <p:spPr>
          <a:xfrm>
            <a:off x="2161500" y="1245363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FFFFF"/>
                </a:solidFill>
              </a:rPr>
              <a:t>💡</a:t>
            </a:r>
            <a:endParaRPr sz="6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64" name="Google Shape;664;p68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9"/>
          <p:cNvSpPr txBox="1"/>
          <p:nvPr/>
        </p:nvSpPr>
        <p:spPr>
          <a:xfrm>
            <a:off x="350700" y="8595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accen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accen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70" name="Google Shape;670;p69"/>
          <p:cNvSpPr txBox="1"/>
          <p:nvPr/>
        </p:nvSpPr>
        <p:spPr>
          <a:xfrm>
            <a:off x="397400" y="2601000"/>
            <a:ext cx="43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50">
              <a:solidFill>
                <a:srgbClr val="44474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71" name="Google Shape;67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9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0"/>
          <p:cNvSpPr/>
          <p:nvPr/>
        </p:nvSpPr>
        <p:spPr>
          <a:xfrm>
            <a:off x="159600" y="133225"/>
            <a:ext cx="8824800" cy="4877100"/>
          </a:xfrm>
          <a:prstGeom prst="roundRect">
            <a:avLst>
              <a:gd fmla="val 53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0"/>
          <p:cNvSpPr txBox="1"/>
          <p:nvPr/>
        </p:nvSpPr>
        <p:spPr>
          <a:xfrm>
            <a:off x="2161500" y="2301975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79" name="Google Shape;679;p70"/>
          <p:cNvSpPr txBox="1"/>
          <p:nvPr/>
        </p:nvSpPr>
        <p:spPr>
          <a:xfrm>
            <a:off x="2161500" y="1245363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FFFFF"/>
                </a:solidFill>
              </a:rPr>
              <a:t>💡</a:t>
            </a:r>
            <a:endParaRPr sz="6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80" name="Google Shape;680;p70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681" name="Google Shape;681;p70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682" name="Google Shape;682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3" name="Google Shape;683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1"/>
          <p:cNvSpPr/>
          <p:nvPr/>
        </p:nvSpPr>
        <p:spPr>
          <a:xfrm>
            <a:off x="159600" y="133225"/>
            <a:ext cx="8824800" cy="4877100"/>
          </a:xfrm>
          <a:prstGeom prst="roundRect">
            <a:avLst>
              <a:gd fmla="val 53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71"/>
          <p:cNvSpPr txBox="1"/>
          <p:nvPr/>
        </p:nvSpPr>
        <p:spPr>
          <a:xfrm>
            <a:off x="2161500" y="1922750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90" name="Google Shape;690;p71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691" name="Google Shape;691;p71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692" name="Google Shape;692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72"/>
          <p:cNvPicPr preferRelativeResize="0"/>
          <p:nvPr/>
        </p:nvPicPr>
        <p:blipFill rotWithShape="1">
          <a:blip r:embed="rId4">
            <a:alphaModFix/>
          </a:blip>
          <a:srcRect b="20311" l="5580" r="13310" t="12275"/>
          <a:stretch/>
        </p:blipFill>
        <p:spPr>
          <a:xfrm>
            <a:off x="159600" y="133225"/>
            <a:ext cx="8824800" cy="4877100"/>
          </a:xfrm>
          <a:prstGeom prst="roundRect">
            <a:avLst>
              <a:gd fmla="val 5173" name="adj"/>
            </a:avLst>
          </a:prstGeom>
          <a:noFill/>
          <a:ln>
            <a:noFill/>
          </a:ln>
        </p:spPr>
      </p:pic>
      <p:sp>
        <p:nvSpPr>
          <p:cNvPr id="699" name="Google Shape;699;p72"/>
          <p:cNvSpPr txBox="1"/>
          <p:nvPr/>
        </p:nvSpPr>
        <p:spPr>
          <a:xfrm>
            <a:off x="2161500" y="2005350"/>
            <a:ext cx="4821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700" name="Google Shape;700;p72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01" name="Google Shape;701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3" name="Google Shape;703;p72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3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Картинка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на весь экран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09" name="Google Shape;709;p73"/>
          <p:cNvSpPr txBox="1"/>
          <p:nvPr/>
        </p:nvSpPr>
        <p:spPr>
          <a:xfrm>
            <a:off x="402775" y="1691300"/>
            <a:ext cx="463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Используем два варианта картинки на весь экран: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обрамленный фреймом или нет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710" name="Google Shape;710;p73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11" name="Google Shape;711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2" name="Google Shape;712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74"/>
          <p:cNvPicPr preferRelativeResize="0"/>
          <p:nvPr/>
        </p:nvPicPr>
        <p:blipFill rotWithShape="1">
          <a:blip r:embed="rId3">
            <a:alphaModFix/>
          </a:blip>
          <a:srcRect b="21525" l="8785" r="12628" t="13166"/>
          <a:stretch/>
        </p:blipFill>
        <p:spPr>
          <a:xfrm>
            <a:off x="159600" y="133225"/>
            <a:ext cx="8824800" cy="4877100"/>
          </a:xfrm>
          <a:prstGeom prst="roundRect">
            <a:avLst>
              <a:gd fmla="val 5338" name="adj"/>
            </a:avLst>
          </a:prstGeom>
          <a:noFill/>
          <a:ln>
            <a:noFill/>
          </a:ln>
        </p:spPr>
      </p:pic>
      <p:grpSp>
        <p:nvGrpSpPr>
          <p:cNvPr id="718" name="Google Shape;718;p74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19" name="Google Shape;719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0" name="Google Shape;720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1" name="Google Shape;721;p74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75"/>
          <p:cNvPicPr preferRelativeResize="0"/>
          <p:nvPr/>
        </p:nvPicPr>
        <p:blipFill rotWithShape="1">
          <a:blip r:embed="rId3">
            <a:alphaModFix/>
          </a:blip>
          <a:srcRect b="19745" l="7377" r="11196" t="1138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7" name="Google Shape;727;p75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28" name="Google Shape;728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0" name="Google Shape;730;p75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6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+ текст + фото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36" name="Google Shape;736;p76"/>
          <p:cNvSpPr txBox="1"/>
          <p:nvPr/>
        </p:nvSpPr>
        <p:spPr>
          <a:xfrm>
            <a:off x="402775" y="1691300"/>
            <a:ext cx="463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Используем два варианта картинки на весь экран: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обрамленный фреймом или нет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737" name="Google Shape;737;p76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38" name="Google Shape;738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9" name="Google Shape;739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77"/>
          <p:cNvPicPr preferRelativeResize="0"/>
          <p:nvPr/>
        </p:nvPicPr>
        <p:blipFill rotWithShape="1">
          <a:blip r:embed="rId3">
            <a:alphaModFix/>
          </a:blip>
          <a:srcRect b="21525" l="8785" r="12628" t="13166"/>
          <a:stretch/>
        </p:blipFill>
        <p:spPr>
          <a:xfrm>
            <a:off x="159600" y="133225"/>
            <a:ext cx="8824800" cy="4877100"/>
          </a:xfrm>
          <a:prstGeom prst="roundRect">
            <a:avLst>
              <a:gd fmla="val 5338" name="adj"/>
            </a:avLst>
          </a:prstGeom>
          <a:noFill/>
          <a:ln>
            <a:noFill/>
          </a:ln>
        </p:spPr>
      </p:pic>
      <p:sp>
        <p:nvSpPr>
          <p:cNvPr id="745" name="Google Shape;745;p77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46" name="Google Shape;746;p77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47" name="Google Shape;74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7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78"/>
          <p:cNvPicPr preferRelativeResize="0"/>
          <p:nvPr/>
        </p:nvPicPr>
        <p:blipFill rotWithShape="1">
          <a:blip r:embed="rId3">
            <a:alphaModFix/>
          </a:blip>
          <a:srcRect b="19745" l="7377" r="11196" t="1138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8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56" name="Google Shape;756;p78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57" name="Google Shape;757;p78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501" y="0"/>
            <a:ext cx="40484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79"/>
          <p:cNvSpPr txBox="1"/>
          <p:nvPr/>
        </p:nvSpPr>
        <p:spPr>
          <a:xfrm>
            <a:off x="350700" y="8595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64" name="Google Shape;764;p79"/>
          <p:cNvSpPr txBox="1"/>
          <p:nvPr/>
        </p:nvSpPr>
        <p:spPr>
          <a:xfrm>
            <a:off x="397400" y="2601000"/>
            <a:ext cx="43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50">
              <a:solidFill>
                <a:srgbClr val="444746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65" name="Google Shape;76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12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79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0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Цитата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772" name="Google Shape;772;p80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773" name="Google Shape;773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4" name="Google Shape;774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1"/>
          <p:cNvSpPr txBox="1"/>
          <p:nvPr/>
        </p:nvSpPr>
        <p:spPr>
          <a:xfrm rot="10800000">
            <a:off x="5959700" y="29716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8CFB8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8CFB8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80" name="Google Shape;780;p81"/>
          <p:cNvSpPr txBox="1"/>
          <p:nvPr/>
        </p:nvSpPr>
        <p:spPr>
          <a:xfrm>
            <a:off x="1709300" y="14251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8CFB8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8CFB8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781" name="Google Shape;78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81"/>
          <p:cNvGrpSpPr/>
          <p:nvPr/>
        </p:nvGrpSpPr>
        <p:grpSpPr>
          <a:xfrm>
            <a:off x="981175" y="1568475"/>
            <a:ext cx="7181700" cy="1983900"/>
            <a:chOff x="981175" y="1529725"/>
            <a:chExt cx="7181700" cy="1983900"/>
          </a:xfrm>
        </p:grpSpPr>
        <p:sp>
          <p:nvSpPr>
            <p:cNvPr id="783" name="Google Shape;783;p81"/>
            <p:cNvSpPr txBox="1"/>
            <p:nvPr/>
          </p:nvSpPr>
          <p:spPr>
            <a:xfrm>
              <a:off x="981175" y="1529725"/>
              <a:ext cx="7181700" cy="16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Цитата великих</a:t>
              </a:r>
              <a:b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людей в две или</a:t>
              </a:r>
              <a:b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dk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три строки</a:t>
              </a:r>
              <a:endParaRPr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784" name="Google Shape;784;p81"/>
            <p:cNvSpPr txBox="1"/>
            <p:nvPr/>
          </p:nvSpPr>
          <p:spPr>
            <a:xfrm>
              <a:off x="2709450" y="3174925"/>
              <a:ext cx="372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— Джейсон Стейтем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sp>
        <p:nvSpPr>
          <p:cNvPr id="785" name="Google Shape;785;p81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2"/>
          <p:cNvSpPr txBox="1"/>
          <p:nvPr/>
        </p:nvSpPr>
        <p:spPr>
          <a:xfrm rot="10800000">
            <a:off x="3513675" y="23262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8CFB8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8CFB8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91" name="Google Shape;791;p82"/>
          <p:cNvSpPr txBox="1"/>
          <p:nvPr/>
        </p:nvSpPr>
        <p:spPr>
          <a:xfrm>
            <a:off x="51275" y="778275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8CFB8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8CFB8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92" name="Google Shape;792;p82"/>
          <p:cNvSpPr txBox="1"/>
          <p:nvPr/>
        </p:nvSpPr>
        <p:spPr>
          <a:xfrm>
            <a:off x="356075" y="930675"/>
            <a:ext cx="67677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Цитата великих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людей в две или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три строки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793" name="Google Shape;79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82"/>
          <p:cNvSpPr txBox="1"/>
          <p:nvPr/>
        </p:nvSpPr>
        <p:spPr>
          <a:xfrm>
            <a:off x="417000" y="2664900"/>
            <a:ext cx="165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— Джейсон Стейтем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5" name="Google Shape;795;p82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3"/>
          <p:cNvSpPr/>
          <p:nvPr/>
        </p:nvSpPr>
        <p:spPr>
          <a:xfrm>
            <a:off x="159600" y="133225"/>
            <a:ext cx="8824800" cy="4877100"/>
          </a:xfrm>
          <a:prstGeom prst="roundRect">
            <a:avLst>
              <a:gd fmla="val 53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83"/>
          <p:cNvSpPr txBox="1"/>
          <p:nvPr/>
        </p:nvSpPr>
        <p:spPr>
          <a:xfrm rot="10800000">
            <a:off x="5959700" y="29716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E7325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E7325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02" name="Google Shape;802;p83"/>
          <p:cNvSpPr txBox="1"/>
          <p:nvPr/>
        </p:nvSpPr>
        <p:spPr>
          <a:xfrm>
            <a:off x="1709300" y="14251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E7325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E7325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803" name="Google Shape;803;p83"/>
          <p:cNvGrpSpPr/>
          <p:nvPr/>
        </p:nvGrpSpPr>
        <p:grpSpPr>
          <a:xfrm>
            <a:off x="981175" y="1568475"/>
            <a:ext cx="7181700" cy="1983900"/>
            <a:chOff x="981175" y="1529725"/>
            <a:chExt cx="7181700" cy="1983900"/>
          </a:xfrm>
        </p:grpSpPr>
        <p:sp>
          <p:nvSpPr>
            <p:cNvPr id="804" name="Google Shape;804;p83"/>
            <p:cNvSpPr txBox="1"/>
            <p:nvPr/>
          </p:nvSpPr>
          <p:spPr>
            <a:xfrm>
              <a:off x="981175" y="1529725"/>
              <a:ext cx="7181700" cy="16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8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Цитата великих</a:t>
              </a:r>
              <a:br>
                <a:rPr lang="ru" sz="48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людей в две или</a:t>
              </a:r>
              <a:br>
                <a:rPr lang="ru" sz="48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</a:br>
              <a:r>
                <a:rPr lang="ru" sz="4800">
                  <a:solidFill>
                    <a:schemeClr val="lt1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три строки</a:t>
              </a:r>
              <a:endParaRPr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805" name="Google Shape;805;p83"/>
            <p:cNvSpPr txBox="1"/>
            <p:nvPr/>
          </p:nvSpPr>
          <p:spPr>
            <a:xfrm>
              <a:off x="2709450" y="3174925"/>
              <a:ext cx="372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— Джейсон Стейтем</a:t>
              </a:r>
              <a:endParaRPr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806" name="Google Shape;806;p83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807" name="Google Shape;807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8" name="Google Shape;808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9" name="Google Shape;809;p83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4"/>
          <p:cNvSpPr/>
          <p:nvPr/>
        </p:nvSpPr>
        <p:spPr>
          <a:xfrm>
            <a:off x="159600" y="133225"/>
            <a:ext cx="8824800" cy="4877100"/>
          </a:xfrm>
          <a:prstGeom prst="roundRect">
            <a:avLst>
              <a:gd fmla="val 534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84"/>
          <p:cNvSpPr txBox="1"/>
          <p:nvPr/>
        </p:nvSpPr>
        <p:spPr>
          <a:xfrm rot="10800000">
            <a:off x="2827875" y="2326200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E7325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E7325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16" name="Google Shape;816;p84"/>
          <p:cNvSpPr txBox="1"/>
          <p:nvPr/>
        </p:nvSpPr>
        <p:spPr>
          <a:xfrm>
            <a:off x="127475" y="778275"/>
            <a:ext cx="74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>
                <a:solidFill>
                  <a:srgbClr val="FE7325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“</a:t>
            </a:r>
            <a:endParaRPr sz="9600">
              <a:solidFill>
                <a:srgbClr val="FE7325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17" name="Google Shape;817;p84"/>
          <p:cNvSpPr txBox="1"/>
          <p:nvPr/>
        </p:nvSpPr>
        <p:spPr>
          <a:xfrm>
            <a:off x="432275" y="930675"/>
            <a:ext cx="7102500" cy="1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Длинный текст, привлекающий внимание или цепляющая цитата</a:t>
            </a:r>
            <a:endParaRPr sz="3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u="sng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 выделением важной информации</a:t>
            </a:r>
            <a:r>
              <a:rPr lang="ru" sz="3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, </a:t>
            </a:r>
            <a:br>
              <a:rPr lang="ru" sz="3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3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если она есть</a:t>
            </a:r>
            <a:endParaRPr sz="3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18" name="Google Shape;818;p84"/>
          <p:cNvSpPr txBox="1"/>
          <p:nvPr/>
        </p:nvSpPr>
        <p:spPr>
          <a:xfrm>
            <a:off x="493200" y="2664900"/>
            <a:ext cx="165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— Джейсон Стейтем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819" name="Google Shape;819;p84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820" name="Google Shape;820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2" name="Google Shape;822;p84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5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Перечисления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828" name="Google Shape;828;p85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829" name="Google Shape;829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0" name="Google Shape;830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1" name="Google Shape;831;p85"/>
          <p:cNvSpPr txBox="1"/>
          <p:nvPr/>
        </p:nvSpPr>
        <p:spPr>
          <a:xfrm>
            <a:off x="402775" y="1192800"/>
            <a:ext cx="46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Всевозможные списки, перечисления, пункты и т.д.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86"/>
          <p:cNvSpPr txBox="1"/>
          <p:nvPr/>
        </p:nvSpPr>
        <p:spPr>
          <a:xfrm>
            <a:off x="364075" y="1350650"/>
            <a:ext cx="1262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01</a:t>
            </a:r>
            <a:endParaRPr sz="64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38" name="Google Shape;838;p86"/>
          <p:cNvSpPr txBox="1"/>
          <p:nvPr/>
        </p:nvSpPr>
        <p:spPr>
          <a:xfrm>
            <a:off x="402775" y="1996025"/>
            <a:ext cx="126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Средний </a:t>
            </a:r>
            <a:b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endParaRPr sz="16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39" name="Google Shape;839;p86"/>
          <p:cNvSpPr txBox="1"/>
          <p:nvPr/>
        </p:nvSpPr>
        <p:spPr>
          <a:xfrm>
            <a:off x="402775" y="2574725"/>
            <a:ext cx="1650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речь в данном пункте.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0" name="Google Shape;840;p86"/>
          <p:cNvSpPr txBox="1"/>
          <p:nvPr/>
        </p:nvSpPr>
        <p:spPr>
          <a:xfrm>
            <a:off x="2053375" y="1350650"/>
            <a:ext cx="1262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02</a:t>
            </a:r>
            <a:endParaRPr sz="64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1" name="Google Shape;841;p86"/>
          <p:cNvSpPr txBox="1"/>
          <p:nvPr/>
        </p:nvSpPr>
        <p:spPr>
          <a:xfrm>
            <a:off x="2092075" y="1996025"/>
            <a:ext cx="126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Средний </a:t>
            </a:r>
            <a:b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endParaRPr sz="16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42" name="Google Shape;842;p86"/>
          <p:cNvSpPr txBox="1"/>
          <p:nvPr/>
        </p:nvSpPr>
        <p:spPr>
          <a:xfrm>
            <a:off x="2092075" y="2574725"/>
            <a:ext cx="1650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речь в данном пункте.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3" name="Google Shape;843;p86"/>
          <p:cNvSpPr txBox="1"/>
          <p:nvPr/>
        </p:nvSpPr>
        <p:spPr>
          <a:xfrm>
            <a:off x="3780775" y="1350650"/>
            <a:ext cx="1262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03</a:t>
            </a:r>
            <a:endParaRPr sz="64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4" name="Google Shape;844;p86"/>
          <p:cNvSpPr txBox="1"/>
          <p:nvPr/>
        </p:nvSpPr>
        <p:spPr>
          <a:xfrm>
            <a:off x="3819475" y="1996025"/>
            <a:ext cx="126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Средний </a:t>
            </a:r>
            <a:b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endParaRPr sz="16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45" name="Google Shape;845;p86"/>
          <p:cNvSpPr txBox="1"/>
          <p:nvPr/>
        </p:nvSpPr>
        <p:spPr>
          <a:xfrm>
            <a:off x="3819475" y="2574725"/>
            <a:ext cx="1650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речь в данном пункте.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6" name="Google Shape;846;p86"/>
          <p:cNvSpPr txBox="1"/>
          <p:nvPr/>
        </p:nvSpPr>
        <p:spPr>
          <a:xfrm>
            <a:off x="5469475" y="1350650"/>
            <a:ext cx="165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04</a:t>
            </a:r>
            <a:endParaRPr sz="64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7" name="Google Shape;847;p86"/>
          <p:cNvSpPr txBox="1"/>
          <p:nvPr/>
        </p:nvSpPr>
        <p:spPr>
          <a:xfrm>
            <a:off x="5508175" y="1996025"/>
            <a:ext cx="126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Средний </a:t>
            </a:r>
            <a:b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endParaRPr sz="16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48" name="Google Shape;848;p86"/>
          <p:cNvSpPr txBox="1"/>
          <p:nvPr/>
        </p:nvSpPr>
        <p:spPr>
          <a:xfrm>
            <a:off x="5508175" y="2574725"/>
            <a:ext cx="1650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речь в данном пункте.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9" name="Google Shape;849;p86"/>
          <p:cNvSpPr txBox="1"/>
          <p:nvPr/>
        </p:nvSpPr>
        <p:spPr>
          <a:xfrm>
            <a:off x="7197475" y="1350650"/>
            <a:ext cx="1262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05</a:t>
            </a:r>
            <a:endParaRPr sz="64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0" name="Google Shape;850;p86"/>
          <p:cNvSpPr txBox="1"/>
          <p:nvPr/>
        </p:nvSpPr>
        <p:spPr>
          <a:xfrm>
            <a:off x="7236175" y="1996025"/>
            <a:ext cx="1262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Средний </a:t>
            </a:r>
            <a:b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16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endParaRPr sz="16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51" name="Google Shape;851;p86"/>
          <p:cNvSpPr txBox="1"/>
          <p:nvPr/>
        </p:nvSpPr>
        <p:spPr>
          <a:xfrm>
            <a:off x="7236175" y="2574725"/>
            <a:ext cx="1650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речь в данном пункте.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2" name="Google Shape;852;p86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7"/>
          <p:cNvSpPr txBox="1"/>
          <p:nvPr/>
        </p:nvSpPr>
        <p:spPr>
          <a:xfrm>
            <a:off x="356075" y="854475"/>
            <a:ext cx="43623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58" name="Google Shape;858;p87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59" name="Google Shape;85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0" name="Google Shape;860;p87"/>
          <p:cNvGrpSpPr/>
          <p:nvPr/>
        </p:nvGrpSpPr>
        <p:grpSpPr>
          <a:xfrm>
            <a:off x="4984075" y="854475"/>
            <a:ext cx="3590525" cy="738900"/>
            <a:chOff x="5553475" y="930675"/>
            <a:chExt cx="3590525" cy="738900"/>
          </a:xfrm>
        </p:grpSpPr>
        <p:sp>
          <p:nvSpPr>
            <p:cNvPr id="861" name="Google Shape;861;p87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62" name="Google Shape;862;p87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3" name="Google Shape;863;p87"/>
          <p:cNvGrpSpPr/>
          <p:nvPr/>
        </p:nvGrpSpPr>
        <p:grpSpPr>
          <a:xfrm>
            <a:off x="4984075" y="1421050"/>
            <a:ext cx="3590525" cy="738900"/>
            <a:chOff x="5553475" y="930675"/>
            <a:chExt cx="3590525" cy="738900"/>
          </a:xfrm>
        </p:grpSpPr>
        <p:sp>
          <p:nvSpPr>
            <p:cNvPr id="864" name="Google Shape;864;p87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65" name="Google Shape;865;p87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6" name="Google Shape;866;p87"/>
          <p:cNvGrpSpPr/>
          <p:nvPr/>
        </p:nvGrpSpPr>
        <p:grpSpPr>
          <a:xfrm>
            <a:off x="4984075" y="2012250"/>
            <a:ext cx="3590525" cy="738900"/>
            <a:chOff x="5553475" y="930675"/>
            <a:chExt cx="3590525" cy="738900"/>
          </a:xfrm>
        </p:grpSpPr>
        <p:sp>
          <p:nvSpPr>
            <p:cNvPr id="867" name="Google Shape;867;p87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68" name="Google Shape;868;p87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87"/>
          <p:cNvGrpSpPr/>
          <p:nvPr/>
        </p:nvGrpSpPr>
        <p:grpSpPr>
          <a:xfrm>
            <a:off x="4984075" y="2559388"/>
            <a:ext cx="3590525" cy="738900"/>
            <a:chOff x="5553475" y="930675"/>
            <a:chExt cx="3590525" cy="738900"/>
          </a:xfrm>
        </p:grpSpPr>
        <p:sp>
          <p:nvSpPr>
            <p:cNvPr id="870" name="Google Shape;870;p87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71" name="Google Shape;871;p87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2" name="Google Shape;872;p87"/>
          <p:cNvGrpSpPr/>
          <p:nvPr/>
        </p:nvGrpSpPr>
        <p:grpSpPr>
          <a:xfrm>
            <a:off x="4984075" y="3138263"/>
            <a:ext cx="3590525" cy="738900"/>
            <a:chOff x="5553475" y="930675"/>
            <a:chExt cx="3590525" cy="738900"/>
          </a:xfrm>
        </p:grpSpPr>
        <p:sp>
          <p:nvSpPr>
            <p:cNvPr id="873" name="Google Shape;873;p87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74" name="Google Shape;874;p87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5" name="Google Shape;875;p87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8"/>
          <p:cNvSpPr txBox="1"/>
          <p:nvPr/>
        </p:nvSpPr>
        <p:spPr>
          <a:xfrm>
            <a:off x="356075" y="854475"/>
            <a:ext cx="43623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881" name="Google Shape;881;p88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82" name="Google Shape;88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3" name="Google Shape;883;p88"/>
          <p:cNvGrpSpPr/>
          <p:nvPr/>
        </p:nvGrpSpPr>
        <p:grpSpPr>
          <a:xfrm>
            <a:off x="4984075" y="854475"/>
            <a:ext cx="3590525" cy="738900"/>
            <a:chOff x="5553475" y="930675"/>
            <a:chExt cx="3590525" cy="738900"/>
          </a:xfrm>
        </p:grpSpPr>
        <p:sp>
          <p:nvSpPr>
            <p:cNvPr id="884" name="Google Shape;884;p88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85" name="Google Shape;885;p88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88"/>
          <p:cNvGrpSpPr/>
          <p:nvPr/>
        </p:nvGrpSpPr>
        <p:grpSpPr>
          <a:xfrm>
            <a:off x="4984075" y="1421050"/>
            <a:ext cx="3590525" cy="738900"/>
            <a:chOff x="5553475" y="930675"/>
            <a:chExt cx="3590525" cy="738900"/>
          </a:xfrm>
        </p:grpSpPr>
        <p:sp>
          <p:nvSpPr>
            <p:cNvPr id="887" name="Google Shape;887;p88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88" name="Google Shape;888;p88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88"/>
          <p:cNvGrpSpPr/>
          <p:nvPr/>
        </p:nvGrpSpPr>
        <p:grpSpPr>
          <a:xfrm>
            <a:off x="4984075" y="2012250"/>
            <a:ext cx="3590525" cy="738900"/>
            <a:chOff x="5553475" y="930675"/>
            <a:chExt cx="3590525" cy="738900"/>
          </a:xfrm>
        </p:grpSpPr>
        <p:sp>
          <p:nvSpPr>
            <p:cNvPr id="890" name="Google Shape;890;p88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91" name="Google Shape;891;p88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2" name="Google Shape;892;p88"/>
          <p:cNvGrpSpPr/>
          <p:nvPr/>
        </p:nvGrpSpPr>
        <p:grpSpPr>
          <a:xfrm>
            <a:off x="4984075" y="2559388"/>
            <a:ext cx="3590525" cy="738900"/>
            <a:chOff x="5553475" y="930675"/>
            <a:chExt cx="3590525" cy="738900"/>
          </a:xfrm>
        </p:grpSpPr>
        <p:sp>
          <p:nvSpPr>
            <p:cNvPr id="893" name="Google Shape;893;p88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94" name="Google Shape;894;p88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88"/>
          <p:cNvGrpSpPr/>
          <p:nvPr/>
        </p:nvGrpSpPr>
        <p:grpSpPr>
          <a:xfrm>
            <a:off x="4984075" y="3138263"/>
            <a:ext cx="3590525" cy="738900"/>
            <a:chOff x="5553475" y="930675"/>
            <a:chExt cx="3590525" cy="738900"/>
          </a:xfrm>
        </p:grpSpPr>
        <p:sp>
          <p:nvSpPr>
            <p:cNvPr id="896" name="Google Shape;896;p88"/>
            <p:cNvSpPr txBox="1"/>
            <p:nvPr/>
          </p:nvSpPr>
          <p:spPr>
            <a:xfrm>
              <a:off x="5733300" y="930675"/>
              <a:ext cx="341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Несколько пунктов/перечислений в одну, </a:t>
              </a:r>
              <a:b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</a:br>
              <a:r>
                <a:rPr lang="ru" sz="1000">
                  <a:solidFill>
                    <a:schemeClr val="dk2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две или больше строк.</a:t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97" name="Google Shape;897;p88"/>
            <p:cNvSpPr/>
            <p:nvPr/>
          </p:nvSpPr>
          <p:spPr>
            <a:xfrm>
              <a:off x="5553475" y="1059400"/>
              <a:ext cx="79800" cy="7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88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99" name="Google Shape;899;p88"/>
          <p:cNvSpPr/>
          <p:nvPr/>
        </p:nvSpPr>
        <p:spPr>
          <a:xfrm>
            <a:off x="5264300" y="1287025"/>
            <a:ext cx="25974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88"/>
          <p:cNvSpPr/>
          <p:nvPr/>
        </p:nvSpPr>
        <p:spPr>
          <a:xfrm>
            <a:off x="5264300" y="1863163"/>
            <a:ext cx="25974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88"/>
          <p:cNvSpPr/>
          <p:nvPr/>
        </p:nvSpPr>
        <p:spPr>
          <a:xfrm>
            <a:off x="5264300" y="2456925"/>
            <a:ext cx="25974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88"/>
          <p:cNvSpPr/>
          <p:nvPr/>
        </p:nvSpPr>
        <p:spPr>
          <a:xfrm>
            <a:off x="5264300" y="2987600"/>
            <a:ext cx="25974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88"/>
          <p:cNvSpPr/>
          <p:nvPr/>
        </p:nvSpPr>
        <p:spPr>
          <a:xfrm>
            <a:off x="478975" y="2454900"/>
            <a:ext cx="37632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89"/>
          <p:cNvSpPr txBox="1"/>
          <p:nvPr/>
        </p:nvSpPr>
        <p:spPr>
          <a:xfrm>
            <a:off x="990000" y="1148550"/>
            <a:ext cx="50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Мы придерживаемся принципа, что подготовка —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неотъемлемая часть хорошего публичного выступления.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0" name="Google Shape;910;p89"/>
          <p:cNvSpPr txBox="1"/>
          <p:nvPr/>
        </p:nvSpPr>
        <p:spPr>
          <a:xfrm>
            <a:off x="359450" y="1148550"/>
            <a:ext cx="5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01</a:t>
            </a:r>
            <a:endParaRPr sz="20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11" name="Google Shape;911;p89"/>
          <p:cNvSpPr txBox="1"/>
          <p:nvPr/>
        </p:nvSpPr>
        <p:spPr>
          <a:xfrm>
            <a:off x="990000" y="1687350"/>
            <a:ext cx="50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Мы придерживаемся принципа, что подготовка —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неотъемлемая часть хорошего публичного выступления.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2" name="Google Shape;912;p89"/>
          <p:cNvSpPr txBox="1"/>
          <p:nvPr/>
        </p:nvSpPr>
        <p:spPr>
          <a:xfrm>
            <a:off x="359450" y="1687350"/>
            <a:ext cx="5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02</a:t>
            </a:r>
            <a:endParaRPr sz="20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13" name="Google Shape;913;p89"/>
          <p:cNvSpPr txBox="1"/>
          <p:nvPr/>
        </p:nvSpPr>
        <p:spPr>
          <a:xfrm>
            <a:off x="990000" y="2226150"/>
            <a:ext cx="50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Мы придерживаемся принципа, что подготовка —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неотъемлемая часть хорошего публичного выступления.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4" name="Google Shape;914;p89"/>
          <p:cNvSpPr txBox="1"/>
          <p:nvPr/>
        </p:nvSpPr>
        <p:spPr>
          <a:xfrm>
            <a:off x="359450" y="2226150"/>
            <a:ext cx="5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03</a:t>
            </a:r>
            <a:endParaRPr sz="20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15" name="Google Shape;915;p89"/>
          <p:cNvSpPr txBox="1"/>
          <p:nvPr/>
        </p:nvSpPr>
        <p:spPr>
          <a:xfrm>
            <a:off x="990000" y="2764950"/>
            <a:ext cx="50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Мы придерживаемся принципа, что подготовка —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неотъемлемая часть хорошего публичного выступления.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6" name="Google Shape;916;p89"/>
          <p:cNvSpPr txBox="1"/>
          <p:nvPr/>
        </p:nvSpPr>
        <p:spPr>
          <a:xfrm>
            <a:off x="359450" y="2764950"/>
            <a:ext cx="5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04</a:t>
            </a:r>
            <a:endParaRPr sz="20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17" name="Google Shape;917;p89"/>
          <p:cNvSpPr txBox="1"/>
          <p:nvPr/>
        </p:nvSpPr>
        <p:spPr>
          <a:xfrm>
            <a:off x="990000" y="3303750"/>
            <a:ext cx="50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Мы придерживаемся принципа, что подготовка —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неотъемлемая часть хорошего публичного выступления.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8" name="Google Shape;918;p89"/>
          <p:cNvSpPr txBox="1"/>
          <p:nvPr/>
        </p:nvSpPr>
        <p:spPr>
          <a:xfrm>
            <a:off x="359450" y="3303750"/>
            <a:ext cx="5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05</a:t>
            </a:r>
            <a:endParaRPr sz="20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19" name="Google Shape;919;p89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90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26" name="Google Shape;926;p90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27" name="Google Shape;927;p90"/>
          <p:cNvSpPr/>
          <p:nvPr/>
        </p:nvSpPr>
        <p:spPr>
          <a:xfrm>
            <a:off x="4846900" y="985350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90"/>
          <p:cNvSpPr txBox="1"/>
          <p:nvPr/>
        </p:nvSpPr>
        <p:spPr>
          <a:xfrm>
            <a:off x="4952325" y="10263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29" name="Google Shape;929;p90"/>
          <p:cNvSpPr txBox="1"/>
          <p:nvPr/>
        </p:nvSpPr>
        <p:spPr>
          <a:xfrm>
            <a:off x="4952325" y="14580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0" name="Google Shape;930;p90"/>
          <p:cNvSpPr txBox="1"/>
          <p:nvPr/>
        </p:nvSpPr>
        <p:spPr>
          <a:xfrm>
            <a:off x="7353225" y="8808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01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1" name="Google Shape;931;p90"/>
          <p:cNvSpPr/>
          <p:nvPr/>
        </p:nvSpPr>
        <p:spPr>
          <a:xfrm>
            <a:off x="4846900" y="2028175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90"/>
          <p:cNvSpPr txBox="1"/>
          <p:nvPr/>
        </p:nvSpPr>
        <p:spPr>
          <a:xfrm>
            <a:off x="4952325" y="2069213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33" name="Google Shape;933;p90"/>
          <p:cNvSpPr txBox="1"/>
          <p:nvPr/>
        </p:nvSpPr>
        <p:spPr>
          <a:xfrm>
            <a:off x="4952325" y="2500900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4" name="Google Shape;934;p90"/>
          <p:cNvSpPr txBox="1"/>
          <p:nvPr/>
        </p:nvSpPr>
        <p:spPr>
          <a:xfrm>
            <a:off x="7353225" y="1923625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02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5" name="Google Shape;935;p90"/>
          <p:cNvSpPr/>
          <p:nvPr/>
        </p:nvSpPr>
        <p:spPr>
          <a:xfrm>
            <a:off x="4846900" y="3103850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90"/>
          <p:cNvSpPr txBox="1"/>
          <p:nvPr/>
        </p:nvSpPr>
        <p:spPr>
          <a:xfrm>
            <a:off x="4952325" y="31448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37" name="Google Shape;937;p90"/>
          <p:cNvSpPr txBox="1"/>
          <p:nvPr/>
        </p:nvSpPr>
        <p:spPr>
          <a:xfrm>
            <a:off x="4952325" y="35765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8" name="Google Shape;938;p90"/>
          <p:cNvSpPr txBox="1"/>
          <p:nvPr/>
        </p:nvSpPr>
        <p:spPr>
          <a:xfrm>
            <a:off x="7353225" y="29993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03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9" name="Google Shape;939;p90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91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46" name="Google Shape;946;p91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47" name="Google Shape;947;p91"/>
          <p:cNvSpPr/>
          <p:nvPr/>
        </p:nvSpPr>
        <p:spPr>
          <a:xfrm>
            <a:off x="4846900" y="985350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91"/>
          <p:cNvSpPr txBox="1"/>
          <p:nvPr/>
        </p:nvSpPr>
        <p:spPr>
          <a:xfrm>
            <a:off x="4952325" y="10263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49" name="Google Shape;949;p91"/>
          <p:cNvSpPr txBox="1"/>
          <p:nvPr/>
        </p:nvSpPr>
        <p:spPr>
          <a:xfrm>
            <a:off x="4952325" y="14580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0" name="Google Shape;950;p91"/>
          <p:cNvSpPr txBox="1"/>
          <p:nvPr/>
        </p:nvSpPr>
        <p:spPr>
          <a:xfrm>
            <a:off x="7353225" y="8808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01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1" name="Google Shape;951;p91"/>
          <p:cNvSpPr/>
          <p:nvPr/>
        </p:nvSpPr>
        <p:spPr>
          <a:xfrm>
            <a:off x="4846900" y="2028175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91"/>
          <p:cNvSpPr txBox="1"/>
          <p:nvPr/>
        </p:nvSpPr>
        <p:spPr>
          <a:xfrm>
            <a:off x="4952325" y="2069213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53" name="Google Shape;953;p91"/>
          <p:cNvSpPr txBox="1"/>
          <p:nvPr/>
        </p:nvSpPr>
        <p:spPr>
          <a:xfrm>
            <a:off x="4952325" y="2500900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4" name="Google Shape;954;p91"/>
          <p:cNvSpPr txBox="1"/>
          <p:nvPr/>
        </p:nvSpPr>
        <p:spPr>
          <a:xfrm>
            <a:off x="7353225" y="1923625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02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5" name="Google Shape;955;p91"/>
          <p:cNvSpPr/>
          <p:nvPr/>
        </p:nvSpPr>
        <p:spPr>
          <a:xfrm>
            <a:off x="4846900" y="3103850"/>
            <a:ext cx="3804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91"/>
          <p:cNvSpPr txBox="1"/>
          <p:nvPr/>
        </p:nvSpPr>
        <p:spPr>
          <a:xfrm>
            <a:off x="4952325" y="31448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57" name="Google Shape;957;p91"/>
          <p:cNvSpPr txBox="1"/>
          <p:nvPr/>
        </p:nvSpPr>
        <p:spPr>
          <a:xfrm>
            <a:off x="4952325" y="35765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8" name="Google Shape;958;p91"/>
          <p:cNvSpPr txBox="1"/>
          <p:nvPr/>
        </p:nvSpPr>
        <p:spPr>
          <a:xfrm>
            <a:off x="7353225" y="29993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03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9" name="Google Shape;959;p91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60" name="Google Shape;960;p91"/>
          <p:cNvSpPr/>
          <p:nvPr/>
        </p:nvSpPr>
        <p:spPr>
          <a:xfrm>
            <a:off x="478975" y="2454900"/>
            <a:ext cx="3763200" cy="23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1"/>
          <p:cNvSpPr/>
          <p:nvPr/>
        </p:nvSpPr>
        <p:spPr>
          <a:xfrm>
            <a:off x="5050475" y="985350"/>
            <a:ext cx="1676100" cy="159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91"/>
          <p:cNvSpPr/>
          <p:nvPr/>
        </p:nvSpPr>
        <p:spPr>
          <a:xfrm>
            <a:off x="5050475" y="1786950"/>
            <a:ext cx="1676100" cy="159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91"/>
          <p:cNvSpPr/>
          <p:nvPr/>
        </p:nvSpPr>
        <p:spPr>
          <a:xfrm>
            <a:off x="5050475" y="1458075"/>
            <a:ext cx="1676100" cy="113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91"/>
          <p:cNvSpPr/>
          <p:nvPr/>
        </p:nvSpPr>
        <p:spPr>
          <a:xfrm>
            <a:off x="4846900" y="1144350"/>
            <a:ext cx="203700" cy="64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92"/>
          <p:cNvSpPr/>
          <p:nvPr/>
        </p:nvSpPr>
        <p:spPr>
          <a:xfrm>
            <a:off x="493200" y="985350"/>
            <a:ext cx="40473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92"/>
          <p:cNvSpPr txBox="1"/>
          <p:nvPr/>
        </p:nvSpPr>
        <p:spPr>
          <a:xfrm>
            <a:off x="598625" y="10263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72" name="Google Shape;972;p92"/>
          <p:cNvSpPr txBox="1"/>
          <p:nvPr/>
        </p:nvSpPr>
        <p:spPr>
          <a:xfrm>
            <a:off x="598625" y="14580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73" name="Google Shape;973;p92"/>
          <p:cNvSpPr txBox="1"/>
          <p:nvPr/>
        </p:nvSpPr>
        <p:spPr>
          <a:xfrm>
            <a:off x="3169200" y="91155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01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74" name="Google Shape;974;p92"/>
          <p:cNvSpPr/>
          <p:nvPr/>
        </p:nvSpPr>
        <p:spPr>
          <a:xfrm>
            <a:off x="493200" y="2028175"/>
            <a:ext cx="40473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92"/>
          <p:cNvSpPr txBox="1"/>
          <p:nvPr/>
        </p:nvSpPr>
        <p:spPr>
          <a:xfrm>
            <a:off x="598625" y="2069213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76" name="Google Shape;976;p92"/>
          <p:cNvSpPr txBox="1"/>
          <p:nvPr/>
        </p:nvSpPr>
        <p:spPr>
          <a:xfrm>
            <a:off x="598625" y="2500900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77" name="Google Shape;977;p92"/>
          <p:cNvSpPr txBox="1"/>
          <p:nvPr/>
        </p:nvSpPr>
        <p:spPr>
          <a:xfrm>
            <a:off x="3169200" y="19708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02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78" name="Google Shape;978;p92"/>
          <p:cNvSpPr/>
          <p:nvPr/>
        </p:nvSpPr>
        <p:spPr>
          <a:xfrm>
            <a:off x="493200" y="3103850"/>
            <a:ext cx="40473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2"/>
          <p:cNvSpPr txBox="1"/>
          <p:nvPr/>
        </p:nvSpPr>
        <p:spPr>
          <a:xfrm>
            <a:off x="598625" y="31448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80" name="Google Shape;980;p92"/>
          <p:cNvSpPr txBox="1"/>
          <p:nvPr/>
        </p:nvSpPr>
        <p:spPr>
          <a:xfrm>
            <a:off x="598625" y="35765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1" name="Google Shape;981;p92"/>
          <p:cNvSpPr txBox="1"/>
          <p:nvPr/>
        </p:nvSpPr>
        <p:spPr>
          <a:xfrm>
            <a:off x="3169200" y="303005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03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2" name="Google Shape;982;p92"/>
          <p:cNvSpPr/>
          <p:nvPr/>
        </p:nvSpPr>
        <p:spPr>
          <a:xfrm>
            <a:off x="4635900" y="985350"/>
            <a:ext cx="4029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92"/>
          <p:cNvSpPr txBox="1"/>
          <p:nvPr/>
        </p:nvSpPr>
        <p:spPr>
          <a:xfrm>
            <a:off x="4741325" y="10263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84" name="Google Shape;984;p92"/>
          <p:cNvSpPr txBox="1"/>
          <p:nvPr/>
        </p:nvSpPr>
        <p:spPr>
          <a:xfrm>
            <a:off x="4741325" y="14580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5" name="Google Shape;985;p92"/>
          <p:cNvSpPr txBox="1"/>
          <p:nvPr/>
        </p:nvSpPr>
        <p:spPr>
          <a:xfrm>
            <a:off x="7311900" y="91155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04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6" name="Google Shape;986;p92"/>
          <p:cNvSpPr/>
          <p:nvPr/>
        </p:nvSpPr>
        <p:spPr>
          <a:xfrm>
            <a:off x="4635900" y="2028175"/>
            <a:ext cx="4029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92"/>
          <p:cNvSpPr txBox="1"/>
          <p:nvPr/>
        </p:nvSpPr>
        <p:spPr>
          <a:xfrm>
            <a:off x="4741325" y="2069213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88" name="Google Shape;988;p92"/>
          <p:cNvSpPr txBox="1"/>
          <p:nvPr/>
        </p:nvSpPr>
        <p:spPr>
          <a:xfrm>
            <a:off x="4741325" y="2500900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9" name="Google Shape;989;p92"/>
          <p:cNvSpPr txBox="1"/>
          <p:nvPr/>
        </p:nvSpPr>
        <p:spPr>
          <a:xfrm>
            <a:off x="7311900" y="197080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05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90" name="Google Shape;990;p92"/>
          <p:cNvSpPr/>
          <p:nvPr/>
        </p:nvSpPr>
        <p:spPr>
          <a:xfrm>
            <a:off x="4635900" y="3103850"/>
            <a:ext cx="4029000" cy="96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92"/>
          <p:cNvSpPr txBox="1"/>
          <p:nvPr/>
        </p:nvSpPr>
        <p:spPr>
          <a:xfrm>
            <a:off x="4741325" y="3144888"/>
            <a:ext cx="2411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2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992" name="Google Shape;992;p92"/>
          <p:cNvSpPr txBox="1"/>
          <p:nvPr/>
        </p:nvSpPr>
        <p:spPr>
          <a:xfrm>
            <a:off x="4741325" y="357657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93" name="Google Shape;993;p92"/>
          <p:cNvSpPr txBox="1"/>
          <p:nvPr/>
        </p:nvSpPr>
        <p:spPr>
          <a:xfrm>
            <a:off x="7311900" y="3030050"/>
            <a:ext cx="12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F8CFB8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06</a:t>
            </a:r>
            <a:endParaRPr sz="6000">
              <a:solidFill>
                <a:srgbClr val="F8CFB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94" name="Google Shape;994;p92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93"/>
          <p:cNvSpPr/>
          <p:nvPr/>
        </p:nvSpPr>
        <p:spPr>
          <a:xfrm>
            <a:off x="478975" y="1009413"/>
            <a:ext cx="2099400" cy="681300"/>
          </a:xfrm>
          <a:prstGeom prst="roundRect">
            <a:avLst>
              <a:gd fmla="val 18795" name="adj"/>
            </a:avLst>
          </a:prstGeom>
          <a:solidFill>
            <a:srgbClr val="FA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01" name="Google Shape;1001;p93"/>
          <p:cNvSpPr/>
          <p:nvPr/>
        </p:nvSpPr>
        <p:spPr>
          <a:xfrm>
            <a:off x="3586000" y="1009425"/>
            <a:ext cx="5079000" cy="68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93"/>
          <p:cNvSpPr txBox="1"/>
          <p:nvPr/>
        </p:nvSpPr>
        <p:spPr>
          <a:xfrm>
            <a:off x="3712575" y="1133025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03" name="Google Shape;100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200" y="1269886"/>
            <a:ext cx="578925" cy="1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478975" y="1781288"/>
            <a:ext cx="2099400" cy="681300"/>
          </a:xfrm>
          <a:prstGeom prst="roundRect">
            <a:avLst>
              <a:gd fmla="val 18795" name="adj"/>
            </a:avLst>
          </a:prstGeom>
          <a:solidFill>
            <a:srgbClr val="FBA1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05" name="Google Shape;1005;p93"/>
          <p:cNvSpPr/>
          <p:nvPr/>
        </p:nvSpPr>
        <p:spPr>
          <a:xfrm>
            <a:off x="3586000" y="1781303"/>
            <a:ext cx="5079000" cy="68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93"/>
          <p:cNvSpPr txBox="1"/>
          <p:nvPr/>
        </p:nvSpPr>
        <p:spPr>
          <a:xfrm>
            <a:off x="3712575" y="1904900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07" name="Google Shape;100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200" y="2041761"/>
            <a:ext cx="578925" cy="1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3"/>
          <p:cNvSpPr/>
          <p:nvPr/>
        </p:nvSpPr>
        <p:spPr>
          <a:xfrm>
            <a:off x="478975" y="2549075"/>
            <a:ext cx="2099400" cy="681300"/>
          </a:xfrm>
          <a:prstGeom prst="roundRect">
            <a:avLst>
              <a:gd fmla="val 18795" name="adj"/>
            </a:avLst>
          </a:prstGeom>
          <a:solidFill>
            <a:srgbClr val="FC8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09" name="Google Shape;1009;p93"/>
          <p:cNvSpPr/>
          <p:nvPr/>
        </p:nvSpPr>
        <p:spPr>
          <a:xfrm>
            <a:off x="3586000" y="2549094"/>
            <a:ext cx="5079000" cy="68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93"/>
          <p:cNvSpPr txBox="1"/>
          <p:nvPr/>
        </p:nvSpPr>
        <p:spPr>
          <a:xfrm>
            <a:off x="3712575" y="2672688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11" name="Google Shape;101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200" y="2809549"/>
            <a:ext cx="578925" cy="1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93"/>
          <p:cNvSpPr/>
          <p:nvPr/>
        </p:nvSpPr>
        <p:spPr>
          <a:xfrm>
            <a:off x="478975" y="3316875"/>
            <a:ext cx="2099400" cy="681300"/>
          </a:xfrm>
          <a:prstGeom prst="roundRect">
            <a:avLst>
              <a:gd fmla="val 18795" name="adj"/>
            </a:avLst>
          </a:prstGeom>
          <a:solidFill>
            <a:srgbClr val="FE73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13" name="Google Shape;1013;p93"/>
          <p:cNvSpPr/>
          <p:nvPr/>
        </p:nvSpPr>
        <p:spPr>
          <a:xfrm>
            <a:off x="3586000" y="3316897"/>
            <a:ext cx="5079000" cy="68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93"/>
          <p:cNvSpPr txBox="1"/>
          <p:nvPr/>
        </p:nvSpPr>
        <p:spPr>
          <a:xfrm>
            <a:off x="3712575" y="3440488"/>
            <a:ext cx="2298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 подписью в несколько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строк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15" name="Google Shape;101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200" y="3577349"/>
            <a:ext cx="578925" cy="1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3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4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Timeline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1022" name="Google Shape;1022;p94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1023" name="Google Shape;1023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5" name="Google Shape;1025;p94"/>
          <p:cNvSpPr txBox="1"/>
          <p:nvPr/>
        </p:nvSpPr>
        <p:spPr>
          <a:xfrm>
            <a:off x="402775" y="1192800"/>
            <a:ext cx="46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Несколько примеров слайдов со сроками.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18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1" name="Google Shape;1031;p95"/>
          <p:cNvCxnSpPr/>
          <p:nvPr/>
        </p:nvCxnSpPr>
        <p:spPr>
          <a:xfrm flipH="1">
            <a:off x="471831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95"/>
          <p:cNvCxnSpPr/>
          <p:nvPr/>
        </p:nvCxnSpPr>
        <p:spPr>
          <a:xfrm flipH="1">
            <a:off x="1623023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95"/>
          <p:cNvCxnSpPr/>
          <p:nvPr/>
        </p:nvCxnSpPr>
        <p:spPr>
          <a:xfrm flipH="1">
            <a:off x="2774215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95"/>
          <p:cNvCxnSpPr/>
          <p:nvPr/>
        </p:nvCxnSpPr>
        <p:spPr>
          <a:xfrm flipH="1">
            <a:off x="3925407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95"/>
          <p:cNvCxnSpPr/>
          <p:nvPr/>
        </p:nvCxnSpPr>
        <p:spPr>
          <a:xfrm flipH="1">
            <a:off x="5076599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95"/>
          <p:cNvCxnSpPr/>
          <p:nvPr/>
        </p:nvCxnSpPr>
        <p:spPr>
          <a:xfrm flipH="1">
            <a:off x="6227791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95"/>
          <p:cNvCxnSpPr/>
          <p:nvPr/>
        </p:nvCxnSpPr>
        <p:spPr>
          <a:xfrm flipH="1">
            <a:off x="7378983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95"/>
          <p:cNvCxnSpPr/>
          <p:nvPr/>
        </p:nvCxnSpPr>
        <p:spPr>
          <a:xfrm flipH="1">
            <a:off x="8530175" y="1048650"/>
            <a:ext cx="23100" cy="304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95"/>
          <p:cNvSpPr txBox="1"/>
          <p:nvPr/>
        </p:nvSpPr>
        <p:spPr>
          <a:xfrm>
            <a:off x="499000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24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0" name="Google Shape;1040;p95"/>
          <p:cNvSpPr txBox="1"/>
          <p:nvPr/>
        </p:nvSpPr>
        <p:spPr>
          <a:xfrm>
            <a:off x="1640401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25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2795473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26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950571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27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3" name="Google Shape;1043;p95"/>
          <p:cNvSpPr txBox="1"/>
          <p:nvPr/>
        </p:nvSpPr>
        <p:spPr>
          <a:xfrm>
            <a:off x="5105618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28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4" name="Google Shape;1044;p95"/>
          <p:cNvSpPr txBox="1"/>
          <p:nvPr/>
        </p:nvSpPr>
        <p:spPr>
          <a:xfrm>
            <a:off x="6260715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29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5" name="Google Shape;1045;p95"/>
          <p:cNvSpPr txBox="1"/>
          <p:nvPr/>
        </p:nvSpPr>
        <p:spPr>
          <a:xfrm>
            <a:off x="7402204" y="950125"/>
            <a:ext cx="115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30</a:t>
            </a: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декабря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6" name="Google Shape;1046;p95"/>
          <p:cNvSpPr/>
          <p:nvPr/>
        </p:nvSpPr>
        <p:spPr>
          <a:xfrm>
            <a:off x="537550" y="2609525"/>
            <a:ext cx="2175300" cy="434100"/>
          </a:xfrm>
          <a:prstGeom prst="roundRect">
            <a:avLst>
              <a:gd fmla="val 187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3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</a:t>
            </a:r>
            <a:r>
              <a:rPr lang="ru" sz="800">
                <a:solidFill>
                  <a:schemeClr val="accent3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заголовок</a:t>
            </a:r>
            <a:r>
              <a:rPr lang="ru" sz="800">
                <a:solidFill>
                  <a:schemeClr val="accent3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 этапа </a:t>
            </a:r>
            <a:endParaRPr sz="800">
              <a:solidFill>
                <a:schemeClr val="accent3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3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800">
              <a:solidFill>
                <a:schemeClr val="accent3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47" name="Google Shape;1047;p95"/>
          <p:cNvSpPr/>
          <p:nvPr/>
        </p:nvSpPr>
        <p:spPr>
          <a:xfrm>
            <a:off x="537550" y="3101850"/>
            <a:ext cx="2175300" cy="993000"/>
          </a:xfrm>
          <a:prstGeom prst="roundRect">
            <a:avLst>
              <a:gd fmla="val 79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Заголовок (при необходимости)</a:t>
            </a:r>
            <a:endParaRPr sz="800">
              <a:solidFill>
                <a:schemeClr val="dk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(по необходимости) этапа, действия, результата работы за определенный срок. Текст в две, три или больше строк.</a:t>
            </a:r>
            <a:endParaRPr sz="7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48" name="Google Shape;1048;p95"/>
          <p:cNvSpPr/>
          <p:nvPr/>
        </p:nvSpPr>
        <p:spPr>
          <a:xfrm>
            <a:off x="2849313" y="1427700"/>
            <a:ext cx="2175300" cy="434100"/>
          </a:xfrm>
          <a:prstGeom prst="roundRect">
            <a:avLst>
              <a:gd fmla="val 18795" name="adj"/>
            </a:avLst>
          </a:prstGeom>
          <a:solidFill>
            <a:srgbClr val="F8C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этапа </a:t>
            </a:r>
            <a:endParaRPr sz="8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8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49" name="Google Shape;1049;p95"/>
          <p:cNvSpPr/>
          <p:nvPr/>
        </p:nvSpPr>
        <p:spPr>
          <a:xfrm>
            <a:off x="2849313" y="1920025"/>
            <a:ext cx="2175300" cy="993000"/>
          </a:xfrm>
          <a:prstGeom prst="roundRect">
            <a:avLst>
              <a:gd fmla="val 79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Заголовок (при необходимости)</a:t>
            </a:r>
            <a:endParaRPr sz="800">
              <a:solidFill>
                <a:schemeClr val="dk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(по необходимости) этапа, действия, результата работы за определенный срок. Текст в две, три или больше строк.</a:t>
            </a:r>
            <a:endParaRPr sz="7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50" name="Google Shape;1050;p95"/>
          <p:cNvSpPr/>
          <p:nvPr/>
        </p:nvSpPr>
        <p:spPr>
          <a:xfrm>
            <a:off x="5151675" y="1927075"/>
            <a:ext cx="1623600" cy="634500"/>
          </a:xfrm>
          <a:prstGeom prst="roundRect">
            <a:avLst>
              <a:gd fmla="val 18795" name="adj"/>
            </a:avLst>
          </a:prstGeom>
          <a:solidFill>
            <a:srgbClr val="E5E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5E8EDD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этапа в одну или две строки</a:t>
            </a:r>
            <a:endParaRPr sz="800">
              <a:solidFill>
                <a:srgbClr val="5E8EDD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51" name="Google Shape;1051;p95"/>
          <p:cNvSpPr/>
          <p:nvPr/>
        </p:nvSpPr>
        <p:spPr>
          <a:xfrm>
            <a:off x="5151675" y="2623650"/>
            <a:ext cx="1623600" cy="1186200"/>
          </a:xfrm>
          <a:prstGeom prst="roundRect">
            <a:avLst>
              <a:gd fmla="val 79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Заголовок (при необходимости)</a:t>
            </a:r>
            <a:endParaRPr sz="800">
              <a:solidFill>
                <a:schemeClr val="dk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(по необходимости) этапа, действия, результата работы за определенный срок. Текст в две, три или больше строк.</a:t>
            </a:r>
            <a:endParaRPr sz="7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52" name="Google Shape;1052;p95"/>
          <p:cNvSpPr/>
          <p:nvPr/>
        </p:nvSpPr>
        <p:spPr>
          <a:xfrm>
            <a:off x="7455975" y="1987550"/>
            <a:ext cx="1216200" cy="634500"/>
          </a:xfrm>
          <a:prstGeom prst="roundRect">
            <a:avLst>
              <a:gd fmla="val 18795" name="adj"/>
            </a:avLst>
          </a:prstGeom>
          <a:solidFill>
            <a:srgbClr val="F8C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Небольшой заголовок этапа </a:t>
            </a:r>
            <a:endParaRPr sz="8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в одну или две строки</a:t>
            </a:r>
            <a:endParaRPr sz="8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53" name="Google Shape;1053;p95"/>
          <p:cNvSpPr/>
          <p:nvPr/>
        </p:nvSpPr>
        <p:spPr>
          <a:xfrm>
            <a:off x="7455875" y="2682450"/>
            <a:ext cx="1216200" cy="1412400"/>
          </a:xfrm>
          <a:prstGeom prst="roundRect">
            <a:avLst>
              <a:gd fmla="val 798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Заголовок (при необходимости)</a:t>
            </a:r>
            <a:endParaRPr sz="800">
              <a:solidFill>
                <a:schemeClr val="dk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(по необходимости) этапа, действия, результата работы за определенный срок. Текст в две, три или больше строк.</a:t>
            </a:r>
            <a:endParaRPr sz="7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54" name="Google Shape;1054;p95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96"/>
          <p:cNvSpPr/>
          <p:nvPr/>
        </p:nvSpPr>
        <p:spPr>
          <a:xfrm>
            <a:off x="478975" y="1806450"/>
            <a:ext cx="1983300" cy="591000"/>
          </a:xfrm>
          <a:prstGeom prst="roundRect">
            <a:avLst>
              <a:gd fmla="val 18795" name="adj"/>
            </a:avLst>
          </a:prstGeom>
          <a:solidFill>
            <a:srgbClr val="FA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61" name="Google Shape;1061;p96"/>
          <p:cNvSpPr/>
          <p:nvPr/>
        </p:nvSpPr>
        <p:spPr>
          <a:xfrm>
            <a:off x="478975" y="2479775"/>
            <a:ext cx="1983300" cy="1371300"/>
          </a:xfrm>
          <a:prstGeom prst="roundRect">
            <a:avLst>
              <a:gd fmla="val 9191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6"/>
          <p:cNvSpPr txBox="1"/>
          <p:nvPr/>
        </p:nvSpPr>
        <p:spPr>
          <a:xfrm>
            <a:off x="561063" y="2533650"/>
            <a:ext cx="178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ясно, о чем будет идти речь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данном пункте.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63" name="Google Shape;1063;p96"/>
          <p:cNvSpPr/>
          <p:nvPr/>
        </p:nvSpPr>
        <p:spPr>
          <a:xfrm>
            <a:off x="676768" y="3696275"/>
            <a:ext cx="1587600" cy="30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Дата периода (если надо)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64" name="Google Shape;1064;p96"/>
          <p:cNvSpPr/>
          <p:nvPr/>
        </p:nvSpPr>
        <p:spPr>
          <a:xfrm>
            <a:off x="2546523" y="1518100"/>
            <a:ext cx="1983300" cy="591000"/>
          </a:xfrm>
          <a:prstGeom prst="roundRect">
            <a:avLst>
              <a:gd fmla="val 18795" name="adj"/>
            </a:avLst>
          </a:prstGeom>
          <a:solidFill>
            <a:srgbClr val="FBA1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65" name="Google Shape;1065;p96"/>
          <p:cNvSpPr/>
          <p:nvPr/>
        </p:nvSpPr>
        <p:spPr>
          <a:xfrm>
            <a:off x="2546530" y="2184175"/>
            <a:ext cx="1983300" cy="1667100"/>
          </a:xfrm>
          <a:prstGeom prst="roundRect">
            <a:avLst>
              <a:gd fmla="val 9191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96"/>
          <p:cNvSpPr/>
          <p:nvPr/>
        </p:nvSpPr>
        <p:spPr>
          <a:xfrm>
            <a:off x="4614071" y="1272925"/>
            <a:ext cx="1983300" cy="591000"/>
          </a:xfrm>
          <a:prstGeom prst="roundRect">
            <a:avLst>
              <a:gd fmla="val 18795" name="adj"/>
            </a:avLst>
          </a:prstGeom>
          <a:solidFill>
            <a:srgbClr val="FC8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67" name="Google Shape;1067;p96"/>
          <p:cNvSpPr/>
          <p:nvPr/>
        </p:nvSpPr>
        <p:spPr>
          <a:xfrm>
            <a:off x="4614060" y="1937850"/>
            <a:ext cx="1983300" cy="1913400"/>
          </a:xfrm>
          <a:prstGeom prst="roundRect">
            <a:avLst>
              <a:gd fmla="val 9191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96"/>
          <p:cNvSpPr/>
          <p:nvPr/>
        </p:nvSpPr>
        <p:spPr>
          <a:xfrm>
            <a:off x="6681619" y="927100"/>
            <a:ext cx="1983300" cy="591000"/>
          </a:xfrm>
          <a:prstGeom prst="roundRect">
            <a:avLst>
              <a:gd fmla="val 18795" name="adj"/>
            </a:avLst>
          </a:prstGeom>
          <a:solidFill>
            <a:srgbClr val="FE73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Небольшой заголовок 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одну или две строки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69" name="Google Shape;1069;p96"/>
          <p:cNvSpPr/>
          <p:nvPr/>
        </p:nvSpPr>
        <p:spPr>
          <a:xfrm>
            <a:off x="6681616" y="1592975"/>
            <a:ext cx="1983300" cy="2258100"/>
          </a:xfrm>
          <a:prstGeom prst="roundRect">
            <a:avLst>
              <a:gd fmla="val 9191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96"/>
          <p:cNvSpPr/>
          <p:nvPr/>
        </p:nvSpPr>
        <p:spPr>
          <a:xfrm>
            <a:off x="2744247" y="3696275"/>
            <a:ext cx="1587600" cy="30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Дата периода (если надо)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1" name="Google Shape;1071;p96"/>
          <p:cNvSpPr/>
          <p:nvPr/>
        </p:nvSpPr>
        <p:spPr>
          <a:xfrm>
            <a:off x="4811777" y="3696275"/>
            <a:ext cx="1587600" cy="30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Дата периода (если надо)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2" name="Google Shape;1072;p96"/>
          <p:cNvSpPr/>
          <p:nvPr/>
        </p:nvSpPr>
        <p:spPr>
          <a:xfrm>
            <a:off x="6879307" y="3696275"/>
            <a:ext cx="1587600" cy="30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Дата периода (если надо)</a:t>
            </a:r>
            <a:endParaRPr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3" name="Google Shape;1073;p96"/>
          <p:cNvSpPr txBox="1"/>
          <p:nvPr/>
        </p:nvSpPr>
        <p:spPr>
          <a:xfrm>
            <a:off x="2644379" y="2225225"/>
            <a:ext cx="178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ясно, о чем будет идти речь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данном пункте.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4" name="Google Shape;1074;p96"/>
          <p:cNvSpPr txBox="1"/>
          <p:nvPr/>
        </p:nvSpPr>
        <p:spPr>
          <a:xfrm>
            <a:off x="4711922" y="1987100"/>
            <a:ext cx="178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ясно, о чем будет идти речь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данном пункте.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5" name="Google Shape;1075;p96"/>
          <p:cNvSpPr txBox="1"/>
          <p:nvPr/>
        </p:nvSpPr>
        <p:spPr>
          <a:xfrm>
            <a:off x="6779451" y="1625825"/>
            <a:ext cx="178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описании становится ясно, о чем будет идти речь 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данном пункте.</a:t>
            </a:r>
            <a:endParaRPr sz="9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6" name="Google Shape;1076;p96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97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Мокап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устройства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1082" name="Google Shape;1082;p97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1083" name="Google Shape;1083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4" name="Google Shape;1084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1875" y="44167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98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91" name="Google Shape;1091;p98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92" name="Google Shape;109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7725" y="569400"/>
            <a:ext cx="4762839" cy="40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98"/>
          <p:cNvPicPr preferRelativeResize="0"/>
          <p:nvPr/>
        </p:nvPicPr>
        <p:blipFill rotWithShape="1">
          <a:blip r:embed="rId6">
            <a:alphaModFix/>
          </a:blip>
          <a:srcRect b="0" l="0" r="1477" t="0"/>
          <a:stretch/>
        </p:blipFill>
        <p:spPr>
          <a:xfrm>
            <a:off x="4899450" y="817675"/>
            <a:ext cx="4389401" cy="248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98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9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01" name="Google Shape;1101;p99"/>
          <p:cNvSpPr txBox="1"/>
          <p:nvPr/>
        </p:nvSpPr>
        <p:spPr>
          <a:xfrm>
            <a:off x="402775" y="2126088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02" name="Google Shape;110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5450" y="569400"/>
            <a:ext cx="5991475" cy="3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9"/>
          <p:cNvSpPr/>
          <p:nvPr/>
        </p:nvSpPr>
        <p:spPr>
          <a:xfrm>
            <a:off x="479075" y="3702900"/>
            <a:ext cx="966000" cy="96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99"/>
          <p:cNvSpPr txBox="1"/>
          <p:nvPr/>
        </p:nvSpPr>
        <p:spPr>
          <a:xfrm>
            <a:off x="478975" y="3914250"/>
            <a:ext cx="966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тут qr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(если надо)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05" name="Google Shape;1105;p99"/>
          <p:cNvSpPr/>
          <p:nvPr/>
        </p:nvSpPr>
        <p:spPr>
          <a:xfrm>
            <a:off x="1595800" y="3925500"/>
            <a:ext cx="1803600" cy="738900"/>
          </a:xfrm>
          <a:prstGeom prst="roundRect">
            <a:avLst>
              <a:gd fmla="val 251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Имя </a:t>
            </a: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спикера</a:t>
            </a: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,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выступления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(если надо)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06" name="Google Shape;1106;p99"/>
          <p:cNvPicPr preferRelativeResize="0"/>
          <p:nvPr/>
        </p:nvPicPr>
        <p:blipFill rotWithShape="1">
          <a:blip r:embed="rId5">
            <a:alphaModFix/>
          </a:blip>
          <a:srcRect b="0" l="0" r="10905" t="0"/>
          <a:stretch/>
        </p:blipFill>
        <p:spPr>
          <a:xfrm>
            <a:off x="5077800" y="813625"/>
            <a:ext cx="4528599" cy="2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9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975" y="4430800"/>
            <a:ext cx="578925" cy="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7675" y="571489"/>
            <a:ext cx="2013601" cy="398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00"/>
          <p:cNvSpPr txBox="1"/>
          <p:nvPr/>
        </p:nvSpPr>
        <p:spPr>
          <a:xfrm>
            <a:off x="356075" y="854475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Заголовок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в две строки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или три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15" name="Google Shape;1115;p100"/>
          <p:cNvSpPr txBox="1"/>
          <p:nvPr/>
        </p:nvSpPr>
        <p:spPr>
          <a:xfrm>
            <a:off x="402775" y="2595975"/>
            <a:ext cx="37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становится ясно, о чем будет идти речь 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 данной презентации в 3-4 строки.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16" name="Google Shape;1116;p100"/>
          <p:cNvSpPr txBox="1"/>
          <p:nvPr/>
        </p:nvSpPr>
        <p:spPr>
          <a:xfrm>
            <a:off x="412500" y="35385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название слайда (если требуется)</a:t>
            </a:r>
            <a:endParaRPr sz="1000">
              <a:solidFill>
                <a:schemeClr val="accen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1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Шаблон</a:t>
            </a:r>
            <a:b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фреймворка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1122" name="Google Shape;1122;p101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1123" name="Google Shape;1123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4" name="Google Shape;1124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02"/>
          <p:cNvSpPr/>
          <p:nvPr/>
        </p:nvSpPr>
        <p:spPr>
          <a:xfrm>
            <a:off x="478975" y="479100"/>
            <a:ext cx="2658900" cy="274200"/>
          </a:xfrm>
          <a:prstGeom prst="roundRect">
            <a:avLst>
              <a:gd fmla="val 50000" name="adj"/>
            </a:avLst>
          </a:prstGeom>
          <a:solidFill>
            <a:srgbClr val="FA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Полезно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30" name="Google Shape;1130;p102"/>
          <p:cNvSpPr/>
          <p:nvPr/>
        </p:nvSpPr>
        <p:spPr>
          <a:xfrm>
            <a:off x="478975" y="832850"/>
            <a:ext cx="2658900" cy="3831600"/>
          </a:xfrm>
          <a:prstGeom prst="roundRect">
            <a:avLst>
              <a:gd fmla="val 91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02"/>
          <p:cNvSpPr/>
          <p:nvPr/>
        </p:nvSpPr>
        <p:spPr>
          <a:xfrm>
            <a:off x="3242512" y="479100"/>
            <a:ext cx="2658900" cy="274200"/>
          </a:xfrm>
          <a:prstGeom prst="roundRect">
            <a:avLst>
              <a:gd fmla="val 50000" name="adj"/>
            </a:avLst>
          </a:prstGeom>
          <a:solidFill>
            <a:srgbClr val="FA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Понятно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32" name="Google Shape;1132;p102"/>
          <p:cNvSpPr/>
          <p:nvPr/>
        </p:nvSpPr>
        <p:spPr>
          <a:xfrm>
            <a:off x="6006049" y="479100"/>
            <a:ext cx="2658900" cy="274200"/>
          </a:xfrm>
          <a:prstGeom prst="roundRect">
            <a:avLst>
              <a:gd fmla="val 50000" name="adj"/>
            </a:avLst>
          </a:prstGeom>
          <a:solidFill>
            <a:srgbClr val="FA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Красиво</a:t>
            </a:r>
            <a:endParaRPr sz="10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33" name="Google Shape;1133;p102"/>
          <p:cNvSpPr txBox="1"/>
          <p:nvPr/>
        </p:nvSpPr>
        <p:spPr>
          <a:xfrm>
            <a:off x="619779" y="1097500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34" name="Google Shape;1134;p102"/>
          <p:cNvSpPr txBox="1"/>
          <p:nvPr/>
        </p:nvSpPr>
        <p:spPr>
          <a:xfrm>
            <a:off x="619763" y="932350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35" name="Google Shape;1135;p102"/>
          <p:cNvSpPr txBox="1"/>
          <p:nvPr/>
        </p:nvSpPr>
        <p:spPr>
          <a:xfrm>
            <a:off x="2694627" y="893225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1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36" name="Google Shape;1136;p102"/>
          <p:cNvCxnSpPr/>
          <p:nvPr/>
        </p:nvCxnSpPr>
        <p:spPr>
          <a:xfrm>
            <a:off x="478975" y="1712075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7" name="Google Shape;1137;p102"/>
          <p:cNvSpPr txBox="1"/>
          <p:nvPr/>
        </p:nvSpPr>
        <p:spPr>
          <a:xfrm>
            <a:off x="619779" y="205627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38" name="Google Shape;1138;p102"/>
          <p:cNvSpPr txBox="1"/>
          <p:nvPr/>
        </p:nvSpPr>
        <p:spPr>
          <a:xfrm>
            <a:off x="619763" y="189112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39" name="Google Shape;1139;p102"/>
          <p:cNvSpPr txBox="1"/>
          <p:nvPr/>
        </p:nvSpPr>
        <p:spPr>
          <a:xfrm>
            <a:off x="2694627" y="185200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2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40" name="Google Shape;1140;p102"/>
          <p:cNvCxnSpPr/>
          <p:nvPr/>
        </p:nvCxnSpPr>
        <p:spPr>
          <a:xfrm>
            <a:off x="478975" y="2670850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1" name="Google Shape;1141;p102"/>
          <p:cNvSpPr txBox="1"/>
          <p:nvPr/>
        </p:nvSpPr>
        <p:spPr>
          <a:xfrm>
            <a:off x="619779" y="304232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42" name="Google Shape;1142;p102"/>
          <p:cNvSpPr txBox="1"/>
          <p:nvPr/>
        </p:nvSpPr>
        <p:spPr>
          <a:xfrm>
            <a:off x="619763" y="287717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43" name="Google Shape;1143;p102"/>
          <p:cNvSpPr txBox="1"/>
          <p:nvPr/>
        </p:nvSpPr>
        <p:spPr>
          <a:xfrm>
            <a:off x="2694627" y="283805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3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44" name="Google Shape;1144;p102"/>
          <p:cNvCxnSpPr/>
          <p:nvPr/>
        </p:nvCxnSpPr>
        <p:spPr>
          <a:xfrm>
            <a:off x="478975" y="3656900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102"/>
          <p:cNvSpPr txBox="1"/>
          <p:nvPr/>
        </p:nvSpPr>
        <p:spPr>
          <a:xfrm>
            <a:off x="619779" y="396072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46" name="Google Shape;1146;p102"/>
          <p:cNvSpPr txBox="1"/>
          <p:nvPr/>
        </p:nvSpPr>
        <p:spPr>
          <a:xfrm>
            <a:off x="619763" y="379557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47" name="Google Shape;1147;p102"/>
          <p:cNvSpPr txBox="1"/>
          <p:nvPr/>
        </p:nvSpPr>
        <p:spPr>
          <a:xfrm>
            <a:off x="2694627" y="375645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4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sp>
        <p:nvSpPr>
          <p:cNvPr id="1148" name="Google Shape;1148;p102"/>
          <p:cNvSpPr/>
          <p:nvPr/>
        </p:nvSpPr>
        <p:spPr>
          <a:xfrm>
            <a:off x="3242050" y="832850"/>
            <a:ext cx="2658900" cy="3831600"/>
          </a:xfrm>
          <a:prstGeom prst="roundRect">
            <a:avLst>
              <a:gd fmla="val 91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02"/>
          <p:cNvSpPr txBox="1"/>
          <p:nvPr/>
        </p:nvSpPr>
        <p:spPr>
          <a:xfrm>
            <a:off x="3382854" y="1097500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0" name="Google Shape;1150;p102"/>
          <p:cNvSpPr txBox="1"/>
          <p:nvPr/>
        </p:nvSpPr>
        <p:spPr>
          <a:xfrm>
            <a:off x="3382838" y="932350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1" name="Google Shape;1151;p102"/>
          <p:cNvSpPr txBox="1"/>
          <p:nvPr/>
        </p:nvSpPr>
        <p:spPr>
          <a:xfrm>
            <a:off x="5457702" y="893225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5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52" name="Google Shape;1152;p102"/>
          <p:cNvCxnSpPr/>
          <p:nvPr/>
        </p:nvCxnSpPr>
        <p:spPr>
          <a:xfrm>
            <a:off x="3242050" y="3656900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102"/>
          <p:cNvSpPr txBox="1"/>
          <p:nvPr/>
        </p:nvSpPr>
        <p:spPr>
          <a:xfrm>
            <a:off x="3382854" y="3960725"/>
            <a:ext cx="23412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Расскажите короткую версию выступления другу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(максимум 5 минут) и спросите — о чем речь? Если он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отвечает все что угодно, кроме «основной мысли» —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внесите правки. Повторите процесс с другим другом.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4" name="Google Shape;1154;p102"/>
          <p:cNvSpPr txBox="1"/>
          <p:nvPr/>
        </p:nvSpPr>
        <p:spPr>
          <a:xfrm>
            <a:off x="3382838" y="379557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BS TEST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5" name="Google Shape;1155;p102"/>
          <p:cNvSpPr/>
          <p:nvPr/>
        </p:nvSpPr>
        <p:spPr>
          <a:xfrm>
            <a:off x="6005125" y="832850"/>
            <a:ext cx="2658900" cy="3831600"/>
          </a:xfrm>
          <a:prstGeom prst="roundRect">
            <a:avLst>
              <a:gd fmla="val 91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02"/>
          <p:cNvSpPr txBox="1"/>
          <p:nvPr/>
        </p:nvSpPr>
        <p:spPr>
          <a:xfrm>
            <a:off x="6145929" y="1097500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7" name="Google Shape;1157;p102"/>
          <p:cNvSpPr txBox="1"/>
          <p:nvPr/>
        </p:nvSpPr>
        <p:spPr>
          <a:xfrm>
            <a:off x="6145913" y="932350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58" name="Google Shape;1158;p102"/>
          <p:cNvSpPr txBox="1"/>
          <p:nvPr/>
        </p:nvSpPr>
        <p:spPr>
          <a:xfrm>
            <a:off x="8220777" y="893225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6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59" name="Google Shape;1159;p102"/>
          <p:cNvCxnSpPr/>
          <p:nvPr/>
        </p:nvCxnSpPr>
        <p:spPr>
          <a:xfrm>
            <a:off x="6005125" y="1712075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102"/>
          <p:cNvSpPr txBox="1"/>
          <p:nvPr/>
        </p:nvSpPr>
        <p:spPr>
          <a:xfrm>
            <a:off x="6145929" y="205627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61" name="Google Shape;1161;p102"/>
          <p:cNvSpPr txBox="1"/>
          <p:nvPr/>
        </p:nvSpPr>
        <p:spPr>
          <a:xfrm>
            <a:off x="6145913" y="189112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62" name="Google Shape;1162;p102"/>
          <p:cNvSpPr txBox="1"/>
          <p:nvPr/>
        </p:nvSpPr>
        <p:spPr>
          <a:xfrm>
            <a:off x="8220777" y="185200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7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63" name="Google Shape;1163;p102"/>
          <p:cNvCxnSpPr/>
          <p:nvPr/>
        </p:nvCxnSpPr>
        <p:spPr>
          <a:xfrm>
            <a:off x="6005125" y="2670850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4" name="Google Shape;1164;p102"/>
          <p:cNvSpPr txBox="1"/>
          <p:nvPr/>
        </p:nvSpPr>
        <p:spPr>
          <a:xfrm>
            <a:off x="6145929" y="304232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65" name="Google Shape;1165;p102"/>
          <p:cNvSpPr txBox="1"/>
          <p:nvPr/>
        </p:nvSpPr>
        <p:spPr>
          <a:xfrm>
            <a:off x="6145913" y="287717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66" name="Google Shape;1166;p102"/>
          <p:cNvSpPr txBox="1"/>
          <p:nvPr/>
        </p:nvSpPr>
        <p:spPr>
          <a:xfrm>
            <a:off x="8220777" y="283805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?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cxnSp>
        <p:nvCxnSpPr>
          <p:cNvPr id="1167" name="Google Shape;1167;p102"/>
          <p:cNvCxnSpPr/>
          <p:nvPr/>
        </p:nvCxnSpPr>
        <p:spPr>
          <a:xfrm>
            <a:off x="6005125" y="3656900"/>
            <a:ext cx="265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102"/>
          <p:cNvSpPr txBox="1"/>
          <p:nvPr/>
        </p:nvSpPr>
        <p:spPr>
          <a:xfrm>
            <a:off x="6145929" y="3960725"/>
            <a:ext cx="2341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Описание под заголовком. В описании становится </a:t>
            </a:r>
            <a:b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6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ясно, о чем будет идти речь в данном пункте.</a:t>
            </a:r>
            <a:endParaRPr sz="6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69" name="Google Shape;1169;p102"/>
          <p:cNvSpPr txBox="1"/>
          <p:nvPr/>
        </p:nvSpPr>
        <p:spPr>
          <a:xfrm>
            <a:off x="6145913" y="3795575"/>
            <a:ext cx="17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Заголовок</a:t>
            </a:r>
            <a:endParaRPr b="1" sz="8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70" name="Google Shape;1170;p102"/>
          <p:cNvSpPr txBox="1"/>
          <p:nvPr/>
        </p:nvSpPr>
        <p:spPr>
          <a:xfrm>
            <a:off x="8220777" y="3756450"/>
            <a:ext cx="2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3F3F3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8</a:t>
            </a:r>
            <a:endParaRPr sz="2400">
              <a:solidFill>
                <a:srgbClr val="F3F3F3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3"/>
          <p:cNvSpPr txBox="1"/>
          <p:nvPr/>
        </p:nvSpPr>
        <p:spPr>
          <a:xfrm>
            <a:off x="356075" y="438475"/>
            <a:ext cx="67674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Финальный 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слайд</a:t>
            </a:r>
            <a:endParaRPr sz="48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grpSp>
        <p:nvGrpSpPr>
          <p:cNvPr id="1176" name="Google Shape;1176;p103"/>
          <p:cNvGrpSpPr/>
          <p:nvPr/>
        </p:nvGrpSpPr>
        <p:grpSpPr>
          <a:xfrm>
            <a:off x="8095652" y="4430800"/>
            <a:ext cx="569250" cy="233600"/>
            <a:chOff x="8005352" y="4340500"/>
            <a:chExt cx="569250" cy="233600"/>
          </a:xfrm>
        </p:grpSpPr>
        <p:pic>
          <p:nvPicPr>
            <p:cNvPr id="1177" name="Google Shape;1177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100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8" name="Google Shape;1178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8005352" y="4340500"/>
              <a:ext cx="233600" cy="23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04"/>
          <p:cNvSpPr txBox="1"/>
          <p:nvPr/>
        </p:nvSpPr>
        <p:spPr>
          <a:xfrm>
            <a:off x="356075" y="4449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Спасибо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за внимание!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84" name="Google Shape;1184;p104"/>
          <p:cNvSpPr txBox="1"/>
          <p:nvPr/>
        </p:nvSpPr>
        <p:spPr>
          <a:xfrm>
            <a:off x="402775" y="1643700"/>
            <a:ext cx="372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Финальный слайд с одним</a:t>
            </a:r>
            <a:b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кол ту экшн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85" name="Google Shape;1185;p104"/>
          <p:cNvPicPr preferRelativeResize="0"/>
          <p:nvPr/>
        </p:nvPicPr>
        <p:blipFill rotWithShape="1">
          <a:blip r:embed="rId4">
            <a:alphaModFix/>
          </a:blip>
          <a:srcRect b="0" l="16485" r="31246" t="0"/>
          <a:stretch/>
        </p:blipFill>
        <p:spPr>
          <a:xfrm>
            <a:off x="5095501" y="0"/>
            <a:ext cx="404849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5675" y="43405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4"/>
          <p:cNvSpPr/>
          <p:nvPr/>
        </p:nvSpPr>
        <p:spPr>
          <a:xfrm>
            <a:off x="478975" y="2474425"/>
            <a:ext cx="1833000" cy="219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8" name="Google Shape;1188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714" y="2676404"/>
            <a:ext cx="1503522" cy="1503522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104"/>
          <p:cNvSpPr txBox="1"/>
          <p:nvPr/>
        </p:nvSpPr>
        <p:spPr>
          <a:xfrm>
            <a:off x="478975" y="4235406"/>
            <a:ext cx="183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glagol.me</a:t>
            </a:r>
            <a:endParaRPr sz="10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5"/>
          <p:cNvSpPr txBox="1"/>
          <p:nvPr/>
        </p:nvSpPr>
        <p:spPr>
          <a:xfrm>
            <a:off x="356075" y="444900"/>
            <a:ext cx="48210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Остаемся</a:t>
            </a:r>
            <a:b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</a:br>
            <a:r>
              <a:rPr lang="ru" sz="4800">
                <a:solidFill>
                  <a:schemeClr val="dk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на связи</a:t>
            </a:r>
            <a:endParaRPr sz="4800">
              <a:solidFill>
                <a:schemeClr val="dk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195" name="Google Shape;1195;p105"/>
          <p:cNvSpPr txBox="1"/>
          <p:nvPr/>
        </p:nvSpPr>
        <p:spPr>
          <a:xfrm>
            <a:off x="402775" y="1643700"/>
            <a:ext cx="37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Ссылки всевозможные на соцсети</a:t>
            </a:r>
            <a:endParaRPr sz="100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196" name="Google Shape;1196;p105"/>
          <p:cNvPicPr preferRelativeResize="0"/>
          <p:nvPr/>
        </p:nvPicPr>
        <p:blipFill rotWithShape="1">
          <a:blip r:embed="rId3">
            <a:alphaModFix/>
          </a:blip>
          <a:srcRect b="0" l="16485" r="31246" t="0"/>
          <a:stretch/>
        </p:blipFill>
        <p:spPr>
          <a:xfrm>
            <a:off x="5095501" y="0"/>
            <a:ext cx="404849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5675" y="4340500"/>
            <a:ext cx="578925" cy="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105"/>
          <p:cNvSpPr/>
          <p:nvPr/>
        </p:nvSpPr>
        <p:spPr>
          <a:xfrm>
            <a:off x="478975" y="3190425"/>
            <a:ext cx="1233600" cy="14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9" name="Google Shape;1199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28" y="3298537"/>
            <a:ext cx="1011955" cy="101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05"/>
          <p:cNvSpPr txBox="1"/>
          <p:nvPr/>
        </p:nvSpPr>
        <p:spPr>
          <a:xfrm>
            <a:off x="478975" y="4251148"/>
            <a:ext cx="12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glagol.me</a:t>
            </a:r>
            <a:endParaRPr sz="10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201" name="Google Shape;1201;p105"/>
          <p:cNvSpPr/>
          <p:nvPr/>
        </p:nvSpPr>
        <p:spPr>
          <a:xfrm>
            <a:off x="1829530" y="3190425"/>
            <a:ext cx="1233600" cy="14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2" name="Google Shape;1202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0383" y="3298537"/>
            <a:ext cx="1011953" cy="1011953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5"/>
          <p:cNvSpPr txBox="1"/>
          <p:nvPr/>
        </p:nvSpPr>
        <p:spPr>
          <a:xfrm>
            <a:off x="1829530" y="4251148"/>
            <a:ext cx="12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@glagoltalks</a:t>
            </a:r>
            <a:endParaRPr sz="10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204" name="Google Shape;1204;p105"/>
          <p:cNvSpPr/>
          <p:nvPr/>
        </p:nvSpPr>
        <p:spPr>
          <a:xfrm>
            <a:off x="3180085" y="3190425"/>
            <a:ext cx="1233600" cy="14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5" name="Google Shape;1205;p10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90938" y="3298537"/>
            <a:ext cx="1011955" cy="101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5"/>
          <p:cNvSpPr txBox="1"/>
          <p:nvPr/>
        </p:nvSpPr>
        <p:spPr>
          <a:xfrm>
            <a:off x="3180085" y="4251148"/>
            <a:ext cx="12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glagol.me</a:t>
            </a:r>
            <a:endParaRPr sz="10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207" name="Google Shape;1207;p105"/>
          <p:cNvSpPr/>
          <p:nvPr/>
        </p:nvSpPr>
        <p:spPr>
          <a:xfrm>
            <a:off x="4530640" y="3190425"/>
            <a:ext cx="1233600" cy="14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8" name="Google Shape;1208;p10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1493" y="3298537"/>
            <a:ext cx="1011955" cy="101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05"/>
          <p:cNvSpPr txBox="1"/>
          <p:nvPr/>
        </p:nvSpPr>
        <p:spPr>
          <a:xfrm>
            <a:off x="4530640" y="4251148"/>
            <a:ext cx="12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bureau_glagol</a:t>
            </a:r>
            <a:endParaRPr sz="1000">
              <a:solidFill>
                <a:schemeClr val="accen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A1A1A"/>
      </a:dk1>
      <a:lt1>
        <a:srgbClr val="F6F6F6"/>
      </a:lt1>
      <a:dk2>
        <a:srgbClr val="727272"/>
      </a:dk2>
      <a:lt2>
        <a:srgbClr val="FFFFFF"/>
      </a:lt2>
      <a:accent1>
        <a:srgbClr val="FF5C00"/>
      </a:accent1>
      <a:accent2>
        <a:srgbClr val="C3E5AE"/>
      </a:accent2>
      <a:accent3>
        <a:srgbClr val="004139"/>
      </a:accent3>
      <a:accent4>
        <a:srgbClr val="DBFB6A"/>
      </a:accent4>
      <a:accent5>
        <a:srgbClr val="E0E0E0"/>
      </a:accent5>
      <a:accent6>
        <a:srgbClr val="FBA97B"/>
      </a:accent6>
      <a:hlink>
        <a:srgbClr val="FF5C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